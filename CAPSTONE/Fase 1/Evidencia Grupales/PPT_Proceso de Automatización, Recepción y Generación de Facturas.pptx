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Bebas Neue"/>
      <p:regular r:id="rId22"/>
    </p:embeddedFont>
    <p:embeddedFont>
      <p:font typeface="Open Sans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gR3Mvd8nII/O9mMx1gWzGf5Usn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BebasNeue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028700" y="935210"/>
            <a:ext cx="2659265" cy="974930"/>
            <a:chOff x="0" y="-28575"/>
            <a:chExt cx="812800" cy="297986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812800" cy="269411"/>
            </a:xfrm>
            <a:custGeom>
              <a:rect b="b" l="l" r="r" t="t"/>
              <a:pathLst>
                <a:path extrusionOk="0" h="26941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69411"/>
                  </a:lnTo>
                  <a:lnTo>
                    <a:pt x="0" y="26941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28575"/>
              <a:ext cx="812800" cy="2979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Capstone 005D</a:t>
              </a:r>
              <a:endParaRPr/>
            </a:p>
          </p:txBody>
        </p:sp>
      </p:grpSp>
      <p:grpSp>
        <p:nvGrpSpPr>
          <p:cNvPr id="90" name="Google Shape;90;p1"/>
          <p:cNvGrpSpPr/>
          <p:nvPr/>
        </p:nvGrpSpPr>
        <p:grpSpPr>
          <a:xfrm rot="-2699999">
            <a:off x="15237544" y="-2405957"/>
            <a:ext cx="6841814" cy="6360372"/>
            <a:chOff x="0" y="-38100"/>
            <a:chExt cx="3397795" cy="3158700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3397795" cy="3120600"/>
            </a:xfrm>
            <a:custGeom>
              <a:rect b="b" l="l" r="r" t="t"/>
              <a:pathLst>
                <a:path extrusionOk="0"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 rot="-2699999">
            <a:off x="15332220" y="5350650"/>
            <a:ext cx="3801966" cy="3766351"/>
            <a:chOff x="0" y="-38100"/>
            <a:chExt cx="1888140" cy="1870452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888140" cy="1832352"/>
            </a:xfrm>
            <a:custGeom>
              <a:rect b="b" l="l" r="r" t="t"/>
              <a:pathLst>
                <a:path extrusionOk="0" h="1832352" w="1888140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95" name="Google Shape;95;p1"/>
            <p:cNvSpPr txBox="1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 rot="-2699999">
            <a:off x="11162296" y="283156"/>
            <a:ext cx="2579499" cy="2580003"/>
            <a:chOff x="0" y="-38100"/>
            <a:chExt cx="1281036" cy="1281286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281036" cy="1243186"/>
            </a:xfrm>
            <a:custGeom>
              <a:rect b="b" l="l" r="r" t="t"/>
              <a:pathLst>
                <a:path extrusionOk="0"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98" name="Google Shape;98;p1"/>
            <p:cNvSpPr txBox="1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 rot="-2699999">
            <a:off x="11294078" y="6809508"/>
            <a:ext cx="3491768" cy="3465317"/>
            <a:chOff x="0" y="-38100"/>
            <a:chExt cx="1734088" cy="1720953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1734088" cy="1682853"/>
            </a:xfrm>
            <a:custGeom>
              <a:rect b="b" l="l" r="r" t="t"/>
              <a:pathLst>
                <a:path extrusionOk="0"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101" name="Google Shape;101;p1"/>
            <p:cNvSpPr txBox="1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 rot="-2699999">
            <a:off x="13874751" y="9415353"/>
            <a:ext cx="3491768" cy="3465317"/>
            <a:chOff x="0" y="-38100"/>
            <a:chExt cx="1734088" cy="1720953"/>
          </a:xfrm>
        </p:grpSpPr>
        <p:sp>
          <p:nvSpPr>
            <p:cNvPr id="103" name="Google Shape;103;p1"/>
            <p:cNvSpPr/>
            <p:nvPr/>
          </p:nvSpPr>
          <p:spPr>
            <a:xfrm>
              <a:off x="0" y="0"/>
              <a:ext cx="1734088" cy="1682853"/>
            </a:xfrm>
            <a:custGeom>
              <a:rect b="b" l="l" r="r" t="t"/>
              <a:pathLst>
                <a:path extrusionOk="0"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104" name="Google Shape;104;p1"/>
            <p:cNvSpPr txBox="1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" name="Google Shape;105;p1"/>
          <p:cNvSpPr/>
          <p:nvPr/>
        </p:nvSpPr>
        <p:spPr>
          <a:xfrm>
            <a:off x="11757279" y="1766277"/>
            <a:ext cx="5365403" cy="5365403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76016" t="0"/>
            </a:stretch>
          </a:blipFill>
          <a:ln>
            <a:noFill/>
          </a:ln>
        </p:spPr>
      </p:sp>
      <p:sp>
        <p:nvSpPr>
          <p:cNvPr id="106" name="Google Shape;106;p1"/>
          <p:cNvSpPr txBox="1"/>
          <p:nvPr/>
        </p:nvSpPr>
        <p:spPr>
          <a:xfrm>
            <a:off x="796954" y="2309459"/>
            <a:ext cx="10224386" cy="230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4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Proceso de Automatización, </a:t>
            </a:r>
            <a:endParaRPr/>
          </a:p>
          <a:p>
            <a:pPr indent="0" lvl="0" marL="0" marR="0" rtl="0" algn="l">
              <a:lnSpc>
                <a:spcPct val="112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4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Recepción y Generación de Facturas</a:t>
            </a:r>
            <a:endParaRPr/>
          </a:p>
        </p:txBody>
      </p:sp>
      <p:sp>
        <p:nvSpPr>
          <p:cNvPr id="107" name="Google Shape;107;p1"/>
          <p:cNvSpPr txBox="1"/>
          <p:nvPr/>
        </p:nvSpPr>
        <p:spPr>
          <a:xfrm>
            <a:off x="577545" y="7175867"/>
            <a:ext cx="4905700" cy="259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6699FF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  <a:endParaRPr/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6699FF"/>
                </a:solidFill>
                <a:latin typeface="Arial"/>
                <a:ea typeface="Arial"/>
                <a:cs typeface="Arial"/>
                <a:sym typeface="Arial"/>
              </a:rPr>
              <a:t>- Carla Correa,</a:t>
            </a:r>
            <a:endParaRPr/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6699FF"/>
                </a:solidFill>
                <a:latin typeface="Arial"/>
                <a:ea typeface="Arial"/>
                <a:cs typeface="Arial"/>
                <a:sym typeface="Arial"/>
              </a:rPr>
              <a:t>- Benjamin Arevalo,</a:t>
            </a:r>
            <a:endParaRPr/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6699FF"/>
                </a:solidFill>
                <a:latin typeface="Arial"/>
                <a:ea typeface="Arial"/>
                <a:cs typeface="Arial"/>
                <a:sym typeface="Arial"/>
              </a:rPr>
              <a:t>- Vicente Valenzuela,</a:t>
            </a:r>
            <a:endParaRPr/>
          </a:p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6699FF"/>
                </a:solidFill>
                <a:latin typeface="Arial"/>
                <a:ea typeface="Arial"/>
                <a:cs typeface="Arial"/>
                <a:sym typeface="Arial"/>
              </a:rPr>
              <a:t>- Vicente Oyarzún.</a:t>
            </a:r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14045021" y="184942"/>
            <a:ext cx="4035315" cy="1022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Docente:</a:t>
            </a:r>
            <a:endParaRPr/>
          </a:p>
          <a:p>
            <a:pPr indent="0" lvl="0" marL="0" marR="0" rtl="0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 Cindy Contador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2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5" name="Google Shape;115;p2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 rot="-2699999">
            <a:off x="13531837" y="-1558135"/>
            <a:ext cx="5530977" cy="5134770"/>
            <a:chOff x="0" y="-38100"/>
            <a:chExt cx="3830511" cy="3556115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3830511" cy="3518015"/>
            </a:xfrm>
            <a:custGeom>
              <a:rect b="b" l="l" r="r" t="t"/>
              <a:pathLst>
                <a:path extrusionOk="0" h="3518015" w="3830511">
                  <a:moveTo>
                    <a:pt x="0" y="0"/>
                  </a:moveTo>
                  <a:lnTo>
                    <a:pt x="3830511" y="0"/>
                  </a:lnTo>
                  <a:lnTo>
                    <a:pt x="3830511" y="3518015"/>
                  </a:lnTo>
                  <a:lnTo>
                    <a:pt x="0" y="3518015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38100"/>
              <a:ext cx="3830511" cy="3556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 rot="-2699999">
            <a:off x="15295212" y="4703482"/>
            <a:ext cx="4066725" cy="3789973"/>
            <a:chOff x="0" y="-38100"/>
            <a:chExt cx="2816434" cy="2624768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 rot="-2699999">
            <a:off x="12290427" y="7803280"/>
            <a:ext cx="4066725" cy="3789973"/>
            <a:chOff x="0" y="-38100"/>
            <a:chExt cx="2816434" cy="2624768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 rot="-2699999">
            <a:off x="10165998" y="6629323"/>
            <a:ext cx="2463263" cy="2459797"/>
            <a:chOff x="0" y="-38100"/>
            <a:chExt cx="1705947" cy="1703547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705947" cy="1665447"/>
            </a:xfrm>
            <a:custGeom>
              <a:rect b="b" l="l" r="r" t="t"/>
              <a:pathLst>
                <a:path extrusionOk="0" h="1665447" w="1705947">
                  <a:moveTo>
                    <a:pt x="0" y="0"/>
                  </a:moveTo>
                  <a:lnTo>
                    <a:pt x="1705947" y="0"/>
                  </a:lnTo>
                  <a:lnTo>
                    <a:pt x="1705947" y="1665447"/>
                  </a:lnTo>
                  <a:lnTo>
                    <a:pt x="0" y="1665447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127" name="Google Shape;127;p2"/>
            <p:cNvSpPr txBox="1"/>
            <p:nvPr/>
          </p:nvSpPr>
          <p:spPr>
            <a:xfrm>
              <a:off x="0" y="-38100"/>
              <a:ext cx="1705947" cy="1703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"/>
          <p:cNvSpPr/>
          <p:nvPr/>
        </p:nvSpPr>
        <p:spPr>
          <a:xfrm>
            <a:off x="10627172" y="2298781"/>
            <a:ext cx="5365403" cy="5365403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855" l="-64468" r="-31914" t="0"/>
            </a:stretch>
          </a:blipFill>
          <a:ln>
            <a:noFill/>
          </a:ln>
        </p:spPr>
      </p:sp>
      <p:sp>
        <p:nvSpPr>
          <p:cNvPr id="129" name="Google Shape;129;p2"/>
          <p:cNvSpPr/>
          <p:nvPr/>
        </p:nvSpPr>
        <p:spPr>
          <a:xfrm>
            <a:off x="1315178" y="3912061"/>
            <a:ext cx="1533158" cy="1540863"/>
          </a:xfrm>
          <a:custGeom>
            <a:rect b="b" l="l" r="r" t="t"/>
            <a:pathLst>
              <a:path extrusionOk="0" h="1540863" w="1533158">
                <a:moveTo>
                  <a:pt x="0" y="0"/>
                </a:moveTo>
                <a:lnTo>
                  <a:pt x="1533158" y="0"/>
                </a:lnTo>
                <a:lnTo>
                  <a:pt x="1533158" y="1540863"/>
                </a:lnTo>
                <a:lnTo>
                  <a:pt x="0" y="15408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"/>
          <p:cNvSpPr/>
          <p:nvPr/>
        </p:nvSpPr>
        <p:spPr>
          <a:xfrm>
            <a:off x="1315178" y="5864236"/>
            <a:ext cx="1533158" cy="1149869"/>
          </a:xfrm>
          <a:custGeom>
            <a:rect b="b" l="l" r="r" t="t"/>
            <a:pathLst>
              <a:path extrusionOk="0" h="1149869" w="1533158">
                <a:moveTo>
                  <a:pt x="0" y="0"/>
                </a:moveTo>
                <a:lnTo>
                  <a:pt x="1533158" y="0"/>
                </a:lnTo>
                <a:lnTo>
                  <a:pt x="1533158" y="1149868"/>
                </a:lnTo>
                <a:lnTo>
                  <a:pt x="0" y="1149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p2"/>
          <p:cNvSpPr/>
          <p:nvPr/>
        </p:nvSpPr>
        <p:spPr>
          <a:xfrm>
            <a:off x="2848336" y="4682492"/>
            <a:ext cx="1312284" cy="967486"/>
          </a:xfrm>
          <a:custGeom>
            <a:rect b="b" l="l" r="r" t="t"/>
            <a:pathLst>
              <a:path extrusionOk="0" h="967486" w="1312284">
                <a:moveTo>
                  <a:pt x="0" y="0"/>
                </a:moveTo>
                <a:lnTo>
                  <a:pt x="427543" y="0"/>
                </a:lnTo>
                <a:cubicBezTo>
                  <a:pt x="553795" y="0"/>
                  <a:pt x="656143" y="102348"/>
                  <a:pt x="656143" y="228600"/>
                </a:cubicBezTo>
                <a:lnTo>
                  <a:pt x="656143" y="738886"/>
                </a:lnTo>
                <a:cubicBezTo>
                  <a:pt x="656143" y="799514"/>
                  <a:pt x="680227" y="857660"/>
                  <a:pt x="723098" y="900531"/>
                </a:cubicBezTo>
                <a:cubicBezTo>
                  <a:pt x="765969" y="943401"/>
                  <a:pt x="824114" y="967486"/>
                  <a:pt x="884743" y="967486"/>
                </a:cubicBezTo>
                <a:lnTo>
                  <a:pt x="1312284" y="967486"/>
                </a:lnTo>
              </a:path>
            </a:pathLst>
          </a:custGeom>
          <a:noFill/>
          <a:ln cap="flat" cmpd="sng" w="38100">
            <a:solidFill>
              <a:srgbClr val="2D77A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2848336" y="5649978"/>
            <a:ext cx="1312284" cy="789192"/>
          </a:xfrm>
          <a:custGeom>
            <a:rect b="b" l="l" r="r" t="t"/>
            <a:pathLst>
              <a:path extrusionOk="0" h="789192" w="1312284">
                <a:moveTo>
                  <a:pt x="0" y="789192"/>
                </a:moveTo>
                <a:lnTo>
                  <a:pt x="427543" y="789192"/>
                </a:lnTo>
                <a:cubicBezTo>
                  <a:pt x="488171" y="789192"/>
                  <a:pt x="546316" y="765108"/>
                  <a:pt x="589188" y="722237"/>
                </a:cubicBezTo>
                <a:cubicBezTo>
                  <a:pt x="632058" y="679366"/>
                  <a:pt x="656143" y="621221"/>
                  <a:pt x="656143" y="560592"/>
                </a:cubicBezTo>
                <a:lnTo>
                  <a:pt x="656143" y="228600"/>
                </a:lnTo>
                <a:cubicBezTo>
                  <a:pt x="656143" y="167972"/>
                  <a:pt x="680227" y="109826"/>
                  <a:pt x="723098" y="66955"/>
                </a:cubicBezTo>
                <a:cubicBezTo>
                  <a:pt x="765969" y="24085"/>
                  <a:pt x="824114" y="0"/>
                  <a:pt x="884743" y="0"/>
                </a:cubicBezTo>
                <a:lnTo>
                  <a:pt x="1312284" y="0"/>
                </a:lnTo>
              </a:path>
            </a:pathLst>
          </a:custGeom>
          <a:noFill/>
          <a:ln cap="flat" cmpd="sng" w="38100">
            <a:solidFill>
              <a:srgbClr val="2D77A7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2"/>
          <p:cNvGrpSpPr/>
          <p:nvPr/>
        </p:nvGrpSpPr>
        <p:grpSpPr>
          <a:xfrm>
            <a:off x="4160621" y="4544531"/>
            <a:ext cx="4410481" cy="1990996"/>
            <a:chOff x="0" y="-47625"/>
            <a:chExt cx="955217" cy="431208"/>
          </a:xfrm>
        </p:grpSpPr>
        <p:sp>
          <p:nvSpPr>
            <p:cNvPr id="134" name="Google Shape;134;p2"/>
            <p:cNvSpPr/>
            <p:nvPr/>
          </p:nvSpPr>
          <p:spPr>
            <a:xfrm>
              <a:off x="0" y="0"/>
              <a:ext cx="955217" cy="383583"/>
            </a:xfrm>
            <a:custGeom>
              <a:rect b="b" l="l" r="r" t="t"/>
              <a:pathLst>
                <a:path extrusionOk="0" h="383583" w="955217">
                  <a:moveTo>
                    <a:pt x="752017" y="0"/>
                  </a:moveTo>
                  <a:lnTo>
                    <a:pt x="203200" y="0"/>
                  </a:lnTo>
                  <a:lnTo>
                    <a:pt x="0" y="191791"/>
                  </a:lnTo>
                  <a:lnTo>
                    <a:pt x="203200" y="383583"/>
                  </a:lnTo>
                  <a:lnTo>
                    <a:pt x="752017" y="383583"/>
                  </a:lnTo>
                  <a:lnTo>
                    <a:pt x="955217" y="191791"/>
                  </a:lnTo>
                  <a:lnTo>
                    <a:pt x="752017" y="0"/>
                  </a:lnTo>
                  <a:close/>
                </a:path>
              </a:pathLst>
            </a:custGeom>
            <a:solidFill>
              <a:srgbClr val="5481DB"/>
            </a:solidFill>
            <a:ln>
              <a:noFill/>
            </a:ln>
          </p:spPr>
        </p:sp>
        <p:sp>
          <p:nvSpPr>
            <p:cNvPr id="135" name="Google Shape;135;p2"/>
            <p:cNvSpPr txBox="1"/>
            <p:nvPr/>
          </p:nvSpPr>
          <p:spPr>
            <a:xfrm>
              <a:off x="152400" y="-47625"/>
              <a:ext cx="650417" cy="431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Solicitudes de facturación</a:t>
              </a: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6365861" y="7143517"/>
            <a:ext cx="0" cy="607989"/>
          </a:xfrm>
          <a:custGeom>
            <a:rect b="b" l="l" r="r" t="t"/>
            <a:pathLst>
              <a:path extrusionOk="0" h="607989" w="120000">
                <a:moveTo>
                  <a:pt x="0" y="0"/>
                </a:moveTo>
                <a:lnTo>
                  <a:pt x="0" y="607989"/>
                </a:lnTo>
              </a:path>
            </a:pathLst>
          </a:custGeom>
          <a:noFill/>
          <a:ln cap="flat" cmpd="sng" w="38100">
            <a:solidFill>
              <a:srgbClr val="2D77A7"/>
            </a:solidFill>
            <a:prstDash val="dash"/>
            <a:round/>
            <a:headEnd len="sm" w="sm" type="none"/>
            <a:tailEnd len="med" w="med" type="triangle"/>
          </a:ln>
        </p:spPr>
      </p:sp>
      <p:sp>
        <p:nvSpPr>
          <p:cNvPr id="137" name="Google Shape;137;p2"/>
          <p:cNvSpPr/>
          <p:nvPr/>
        </p:nvSpPr>
        <p:spPr>
          <a:xfrm>
            <a:off x="5556844" y="7751506"/>
            <a:ext cx="1618034" cy="1506794"/>
          </a:xfrm>
          <a:custGeom>
            <a:rect b="b" l="l" r="r" t="t"/>
            <a:pathLst>
              <a:path extrusionOk="0" h="1506794" w="1618034">
                <a:moveTo>
                  <a:pt x="0" y="0"/>
                </a:moveTo>
                <a:lnTo>
                  <a:pt x="1618034" y="0"/>
                </a:lnTo>
                <a:lnTo>
                  <a:pt x="1618034" y="1506794"/>
                </a:lnTo>
                <a:lnTo>
                  <a:pt x="0" y="1506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"/>
          <p:cNvSpPr/>
          <p:nvPr/>
        </p:nvSpPr>
        <p:spPr>
          <a:xfrm>
            <a:off x="1315178" y="7853311"/>
            <a:ext cx="1533158" cy="1303185"/>
          </a:xfrm>
          <a:custGeom>
            <a:rect b="b" l="l" r="r" t="t"/>
            <a:pathLst>
              <a:path extrusionOk="0" h="1303185" w="1533158">
                <a:moveTo>
                  <a:pt x="0" y="0"/>
                </a:moveTo>
                <a:lnTo>
                  <a:pt x="1533158" y="0"/>
                </a:lnTo>
                <a:lnTo>
                  <a:pt x="1533158" y="1303184"/>
                </a:lnTo>
                <a:lnTo>
                  <a:pt x="0" y="13031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2"/>
          <p:cNvSpPr txBox="1"/>
          <p:nvPr/>
        </p:nvSpPr>
        <p:spPr>
          <a:xfrm>
            <a:off x="1028700" y="1228725"/>
            <a:ext cx="5147610" cy="10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1028700" y="2635838"/>
            <a:ext cx="10855798" cy="914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Facturaciones SPA es una empresa dedicada a la emisión y gestión de facturas para sus clientes.</a:t>
            </a:r>
            <a:endParaRPr/>
          </a:p>
        </p:txBody>
      </p:sp>
      <p:sp>
        <p:nvSpPr>
          <p:cNvPr id="141" name="Google Shape;141;p2"/>
          <p:cNvSpPr/>
          <p:nvPr/>
        </p:nvSpPr>
        <p:spPr>
          <a:xfrm>
            <a:off x="2848336" y="8504903"/>
            <a:ext cx="1354254" cy="0"/>
          </a:xfrm>
          <a:custGeom>
            <a:rect b="b" l="l" r="r" t="t"/>
            <a:pathLst>
              <a:path extrusionOk="0" h="120000" w="1354254">
                <a:moveTo>
                  <a:pt x="1354254" y="0"/>
                </a:moveTo>
                <a:lnTo>
                  <a:pt x="0" y="0"/>
                </a:lnTo>
              </a:path>
            </a:pathLst>
          </a:custGeom>
          <a:noFill/>
          <a:ln cap="flat" cmpd="sng" w="38100">
            <a:solidFill>
              <a:srgbClr val="2D77A7"/>
            </a:solidFill>
            <a:prstDash val="dash"/>
            <a:round/>
            <a:headEnd len="sm" w="sm" type="none"/>
            <a:tailEnd len="med" w="med"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3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147" name="Google Shape;147;p3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8" name="Google Shape;148;p3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3"/>
          <p:cNvSpPr txBox="1"/>
          <p:nvPr/>
        </p:nvSpPr>
        <p:spPr>
          <a:xfrm>
            <a:off x="1028700" y="1983549"/>
            <a:ext cx="16230600" cy="1080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99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/>
          </a:p>
        </p:txBody>
      </p:sp>
      <p:grpSp>
        <p:nvGrpSpPr>
          <p:cNvPr id="150" name="Google Shape;150;p3"/>
          <p:cNvGrpSpPr/>
          <p:nvPr/>
        </p:nvGrpSpPr>
        <p:grpSpPr>
          <a:xfrm rot="-2699999">
            <a:off x="-1765042" y="283624"/>
            <a:ext cx="3868778" cy="3608174"/>
            <a:chOff x="0" y="-38100"/>
            <a:chExt cx="2679345" cy="2498862"/>
          </a:xfrm>
        </p:grpSpPr>
        <p:sp>
          <p:nvSpPr>
            <p:cNvPr id="151" name="Google Shape;151;p3"/>
            <p:cNvSpPr/>
            <p:nvPr/>
          </p:nvSpPr>
          <p:spPr>
            <a:xfrm>
              <a:off x="0" y="0"/>
              <a:ext cx="2679345" cy="2460762"/>
            </a:xfrm>
            <a:custGeom>
              <a:rect b="b" l="l" r="r" t="t"/>
              <a:pathLst>
                <a:path extrusionOk="0"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152" name="Google Shape;152;p3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3"/>
          <p:cNvGrpSpPr/>
          <p:nvPr/>
        </p:nvGrpSpPr>
        <p:grpSpPr>
          <a:xfrm rot="-2699999">
            <a:off x="17039590" y="978439"/>
            <a:ext cx="3868778" cy="3608174"/>
            <a:chOff x="0" y="-38100"/>
            <a:chExt cx="2679345" cy="2498862"/>
          </a:xfrm>
        </p:grpSpPr>
        <p:sp>
          <p:nvSpPr>
            <p:cNvPr id="154" name="Google Shape;154;p3"/>
            <p:cNvSpPr/>
            <p:nvPr/>
          </p:nvSpPr>
          <p:spPr>
            <a:xfrm>
              <a:off x="0" y="0"/>
              <a:ext cx="2679345" cy="2460762"/>
            </a:xfrm>
            <a:custGeom>
              <a:rect b="b" l="l" r="r" t="t"/>
              <a:pathLst>
                <a:path extrusionOk="0"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155" name="Google Shape;155;p3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3"/>
          <p:cNvGrpSpPr/>
          <p:nvPr/>
        </p:nvGrpSpPr>
        <p:grpSpPr>
          <a:xfrm rot="-2699999">
            <a:off x="15399666" y="-2459279"/>
            <a:ext cx="3680368" cy="3435136"/>
            <a:chOff x="0" y="-38100"/>
            <a:chExt cx="2548861" cy="2379023"/>
          </a:xfrm>
        </p:grpSpPr>
        <p:sp>
          <p:nvSpPr>
            <p:cNvPr id="157" name="Google Shape;157;p3"/>
            <p:cNvSpPr/>
            <p:nvPr/>
          </p:nvSpPr>
          <p:spPr>
            <a:xfrm>
              <a:off x="0" y="0"/>
              <a:ext cx="2548861" cy="2340923"/>
            </a:xfrm>
            <a:custGeom>
              <a:rect b="b" l="l" r="r" t="t"/>
              <a:pathLst>
                <a:path extrusionOk="0" h="2340923" w="2548861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158" name="Google Shape;158;p3"/>
            <p:cNvSpPr txBox="1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9" name="Google Shape;159;p3"/>
          <p:cNvGrpSpPr/>
          <p:nvPr/>
        </p:nvGrpSpPr>
        <p:grpSpPr>
          <a:xfrm rot="-2699999">
            <a:off x="2448767" y="-311066"/>
            <a:ext cx="2361227" cy="2223611"/>
            <a:chOff x="0" y="-38100"/>
            <a:chExt cx="1635282" cy="1539975"/>
          </a:xfrm>
        </p:grpSpPr>
        <p:sp>
          <p:nvSpPr>
            <p:cNvPr id="160" name="Google Shape;160;p3"/>
            <p:cNvSpPr/>
            <p:nvPr/>
          </p:nvSpPr>
          <p:spPr>
            <a:xfrm>
              <a:off x="0" y="0"/>
              <a:ext cx="1635282" cy="1501875"/>
            </a:xfrm>
            <a:custGeom>
              <a:rect b="b" l="l" r="r" t="t"/>
              <a:pathLst>
                <a:path extrusionOk="0" h="1501875" w="1635282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161" name="Google Shape;161;p3"/>
            <p:cNvSpPr txBox="1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3"/>
          <p:cNvGrpSpPr/>
          <p:nvPr/>
        </p:nvGrpSpPr>
        <p:grpSpPr>
          <a:xfrm>
            <a:off x="1607772" y="3628594"/>
            <a:ext cx="3953445" cy="2130809"/>
            <a:chOff x="0" y="-85725"/>
            <a:chExt cx="780927" cy="420900"/>
          </a:xfrm>
        </p:grpSpPr>
        <p:sp>
          <p:nvSpPr>
            <p:cNvPr id="163" name="Google Shape;163;p3"/>
            <p:cNvSpPr/>
            <p:nvPr/>
          </p:nvSpPr>
          <p:spPr>
            <a:xfrm>
              <a:off x="0" y="0"/>
              <a:ext cx="780927" cy="335175"/>
            </a:xfrm>
            <a:custGeom>
              <a:rect b="b" l="l" r="r" t="t"/>
              <a:pathLst>
                <a:path extrusionOk="0" h="335175" w="780927">
                  <a:moveTo>
                    <a:pt x="36718" y="0"/>
                  </a:moveTo>
                  <a:lnTo>
                    <a:pt x="564919" y="0"/>
                  </a:lnTo>
                  <a:cubicBezTo>
                    <a:pt x="685996" y="0"/>
                    <a:pt x="780927" y="75032"/>
                    <a:pt x="780927" y="167588"/>
                  </a:cubicBezTo>
                  <a:cubicBezTo>
                    <a:pt x="780927" y="260144"/>
                    <a:pt x="685996" y="335175"/>
                    <a:pt x="564919" y="335175"/>
                  </a:cubicBezTo>
                  <a:lnTo>
                    <a:pt x="36718" y="335175"/>
                  </a:lnTo>
                  <a:cubicBezTo>
                    <a:pt x="16439" y="335175"/>
                    <a:pt x="0" y="318736"/>
                    <a:pt x="0" y="298458"/>
                  </a:cubicBezTo>
                  <a:lnTo>
                    <a:pt x="0" y="36718"/>
                  </a:lnTo>
                  <a:cubicBezTo>
                    <a:pt x="0" y="16439"/>
                    <a:pt x="16439" y="0"/>
                    <a:pt x="36718" y="0"/>
                  </a:cubicBezTo>
                  <a:close/>
                </a:path>
              </a:pathLst>
            </a:custGeom>
            <a:solidFill>
              <a:srgbClr val="2D77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3"/>
            <p:cNvSpPr txBox="1"/>
            <p:nvPr/>
          </p:nvSpPr>
          <p:spPr>
            <a:xfrm>
              <a:off x="25400" y="-85725"/>
              <a:ext cx="552327" cy="42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Ingreso manual de datos</a:t>
              </a:r>
              <a:endParaRPr/>
            </a:p>
          </p:txBody>
        </p:sp>
      </p:grpSp>
      <p:grpSp>
        <p:nvGrpSpPr>
          <p:cNvPr id="165" name="Google Shape;165;p3"/>
          <p:cNvGrpSpPr/>
          <p:nvPr/>
        </p:nvGrpSpPr>
        <p:grpSpPr>
          <a:xfrm>
            <a:off x="11165991" y="6026103"/>
            <a:ext cx="5514238" cy="2114102"/>
            <a:chOff x="6180" y="0"/>
            <a:chExt cx="1134617" cy="435000"/>
          </a:xfrm>
        </p:grpSpPr>
        <p:sp>
          <p:nvSpPr>
            <p:cNvPr id="166" name="Google Shape;166;p3"/>
            <p:cNvSpPr/>
            <p:nvPr/>
          </p:nvSpPr>
          <p:spPr>
            <a:xfrm>
              <a:off x="6180" y="0"/>
              <a:ext cx="1134617" cy="349141"/>
            </a:xfrm>
            <a:custGeom>
              <a:rect b="b" l="l" r="r" t="t"/>
              <a:pathLst>
                <a:path extrusionOk="0" h="349141" w="1134617">
                  <a:moveTo>
                    <a:pt x="1090842" y="0"/>
                  </a:moveTo>
                  <a:lnTo>
                    <a:pt x="178014" y="0"/>
                  </a:lnTo>
                  <a:cubicBezTo>
                    <a:pt x="168253" y="0"/>
                    <a:pt x="158909" y="3961"/>
                    <a:pt x="152121" y="10976"/>
                  </a:cubicBezTo>
                  <a:lnTo>
                    <a:pt x="4441" y="163595"/>
                  </a:lnTo>
                  <a:cubicBezTo>
                    <a:pt x="-1481" y="169714"/>
                    <a:pt x="-1481" y="179427"/>
                    <a:pt x="4441" y="185546"/>
                  </a:cubicBezTo>
                  <a:lnTo>
                    <a:pt x="152121" y="338165"/>
                  </a:lnTo>
                  <a:cubicBezTo>
                    <a:pt x="158909" y="345180"/>
                    <a:pt x="168253" y="349141"/>
                    <a:pt x="178014" y="349141"/>
                  </a:cubicBezTo>
                  <a:lnTo>
                    <a:pt x="1090842" y="349141"/>
                  </a:lnTo>
                  <a:cubicBezTo>
                    <a:pt x="1090842" y="349141"/>
                    <a:pt x="1134617" y="297563"/>
                    <a:pt x="1134617" y="174571"/>
                  </a:cubicBezTo>
                  <a:cubicBezTo>
                    <a:pt x="1134617" y="51578"/>
                    <a:pt x="1090842" y="0"/>
                    <a:pt x="1090842" y="0"/>
                  </a:cubicBezTo>
                  <a:close/>
                </a:path>
              </a:pathLst>
            </a:custGeom>
            <a:solidFill>
              <a:srgbClr val="6CA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202329" y="0"/>
              <a:ext cx="9123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genera retrasos en la emisión de documentos</a:t>
              </a:r>
              <a:endParaRPr sz="3600"/>
            </a:p>
          </p:txBody>
        </p:sp>
      </p:grpSp>
      <p:cxnSp>
        <p:nvCxnSpPr>
          <p:cNvPr id="168" name="Google Shape;168;p3"/>
          <p:cNvCxnSpPr/>
          <p:nvPr/>
        </p:nvCxnSpPr>
        <p:spPr>
          <a:xfrm>
            <a:off x="5823843" y="4910990"/>
            <a:ext cx="5996574" cy="0"/>
          </a:xfrm>
          <a:prstGeom prst="straightConnector1">
            <a:avLst/>
          </a:prstGeom>
          <a:noFill/>
          <a:ln cap="flat" cmpd="sng" w="95250">
            <a:solidFill>
              <a:srgbClr val="A3D3EB"/>
            </a:solidFill>
            <a:prstDash val="dash"/>
            <a:round/>
            <a:headEnd len="sm" w="sm" type="none"/>
            <a:tailEnd len="med" w="med" type="triangle"/>
          </a:ln>
        </p:spPr>
      </p:cxnSp>
      <p:grpSp>
        <p:nvGrpSpPr>
          <p:cNvPr id="169" name="Google Shape;169;p3"/>
          <p:cNvGrpSpPr/>
          <p:nvPr/>
        </p:nvGrpSpPr>
        <p:grpSpPr>
          <a:xfrm>
            <a:off x="12119266" y="4014441"/>
            <a:ext cx="4560962" cy="2114101"/>
            <a:chOff x="7453" y="-9905"/>
            <a:chExt cx="938470" cy="435000"/>
          </a:xfrm>
        </p:grpSpPr>
        <p:sp>
          <p:nvSpPr>
            <p:cNvPr id="170" name="Google Shape;170;p3"/>
            <p:cNvSpPr/>
            <p:nvPr/>
          </p:nvSpPr>
          <p:spPr>
            <a:xfrm>
              <a:off x="7453" y="0"/>
              <a:ext cx="938470" cy="349141"/>
            </a:xfrm>
            <a:custGeom>
              <a:rect b="b" l="l" r="r" t="t"/>
              <a:pathLst>
                <a:path extrusionOk="0" h="349141" w="938470">
                  <a:moveTo>
                    <a:pt x="894695" y="0"/>
                  </a:moveTo>
                  <a:lnTo>
                    <a:pt x="179888" y="0"/>
                  </a:lnTo>
                  <a:cubicBezTo>
                    <a:pt x="168115" y="0"/>
                    <a:pt x="156846" y="4777"/>
                    <a:pt x="148660" y="13237"/>
                  </a:cubicBezTo>
                  <a:lnTo>
                    <a:pt x="5356" y="161334"/>
                  </a:lnTo>
                  <a:cubicBezTo>
                    <a:pt x="-1786" y="168714"/>
                    <a:pt x="-1786" y="180428"/>
                    <a:pt x="5356" y="187807"/>
                  </a:cubicBezTo>
                  <a:lnTo>
                    <a:pt x="148660" y="335904"/>
                  </a:lnTo>
                  <a:cubicBezTo>
                    <a:pt x="156846" y="344364"/>
                    <a:pt x="168115" y="349141"/>
                    <a:pt x="179888" y="349141"/>
                  </a:cubicBezTo>
                  <a:lnTo>
                    <a:pt x="894695" y="349141"/>
                  </a:lnTo>
                  <a:cubicBezTo>
                    <a:pt x="894695" y="349141"/>
                    <a:pt x="938470" y="297563"/>
                    <a:pt x="938470" y="174571"/>
                  </a:cubicBezTo>
                  <a:cubicBezTo>
                    <a:pt x="938470" y="51578"/>
                    <a:pt x="894695" y="0"/>
                    <a:pt x="894695" y="0"/>
                  </a:cubicBezTo>
                  <a:close/>
                </a:path>
              </a:pathLst>
            </a:custGeom>
            <a:solidFill>
              <a:srgbClr val="6CA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3"/>
            <p:cNvSpPr txBox="1"/>
            <p:nvPr/>
          </p:nvSpPr>
          <p:spPr>
            <a:xfrm>
              <a:off x="186546" y="-9905"/>
              <a:ext cx="7173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aumenta errores de tipeo datos críticos</a:t>
              </a:r>
              <a:endParaRPr sz="3600"/>
            </a:p>
          </p:txBody>
        </p:sp>
      </p:grpSp>
      <p:grpSp>
        <p:nvGrpSpPr>
          <p:cNvPr id="172" name="Google Shape;172;p3"/>
          <p:cNvGrpSpPr/>
          <p:nvPr/>
        </p:nvGrpSpPr>
        <p:grpSpPr>
          <a:xfrm>
            <a:off x="9776744" y="7989628"/>
            <a:ext cx="6903484" cy="2114102"/>
            <a:chOff x="4946" y="0"/>
            <a:chExt cx="1420470" cy="435000"/>
          </a:xfrm>
        </p:grpSpPr>
        <p:sp>
          <p:nvSpPr>
            <p:cNvPr id="173" name="Google Shape;173;p3"/>
            <p:cNvSpPr/>
            <p:nvPr/>
          </p:nvSpPr>
          <p:spPr>
            <a:xfrm>
              <a:off x="4946" y="0"/>
              <a:ext cx="1420470" cy="349141"/>
            </a:xfrm>
            <a:custGeom>
              <a:rect b="b" l="l" r="r" t="t"/>
              <a:pathLst>
                <a:path extrusionOk="0" h="349141" w="1420470">
                  <a:moveTo>
                    <a:pt x="1376696" y="0"/>
                  </a:moveTo>
                  <a:lnTo>
                    <a:pt x="176199" y="0"/>
                  </a:lnTo>
                  <a:cubicBezTo>
                    <a:pt x="168386" y="0"/>
                    <a:pt x="160908" y="3170"/>
                    <a:pt x="155476" y="8784"/>
                  </a:cubicBezTo>
                  <a:lnTo>
                    <a:pt x="3554" y="165786"/>
                  </a:lnTo>
                  <a:cubicBezTo>
                    <a:pt x="-1185" y="170684"/>
                    <a:pt x="-1185" y="178457"/>
                    <a:pt x="3554" y="183355"/>
                  </a:cubicBezTo>
                  <a:lnTo>
                    <a:pt x="155476" y="340357"/>
                  </a:lnTo>
                  <a:cubicBezTo>
                    <a:pt x="160908" y="345971"/>
                    <a:pt x="168386" y="349141"/>
                    <a:pt x="176199" y="349141"/>
                  </a:cubicBezTo>
                  <a:lnTo>
                    <a:pt x="1376696" y="349141"/>
                  </a:lnTo>
                  <a:cubicBezTo>
                    <a:pt x="1376696" y="349141"/>
                    <a:pt x="1420470" y="297563"/>
                    <a:pt x="1420470" y="174571"/>
                  </a:cubicBezTo>
                  <a:cubicBezTo>
                    <a:pt x="1420470" y="51578"/>
                    <a:pt x="1376696" y="0"/>
                    <a:pt x="1376696" y="0"/>
                  </a:cubicBezTo>
                  <a:close/>
                </a:path>
              </a:pathLst>
            </a:custGeom>
            <a:solidFill>
              <a:srgbClr val="6CAD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3"/>
            <p:cNvSpPr txBox="1"/>
            <p:nvPr/>
          </p:nvSpPr>
          <p:spPr>
            <a:xfrm>
              <a:off x="179210" y="0"/>
              <a:ext cx="1196700" cy="4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afecta continuidad de </a:t>
              </a:r>
              <a:endParaRPr sz="3600"/>
            </a:p>
            <a:p>
              <a:pPr indent="0" lvl="0" marL="0" marR="0" rtl="0" algn="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Bebas Neue"/>
                  <a:ea typeface="Bebas Neue"/>
                  <a:cs typeface="Bebas Neue"/>
                  <a:sym typeface="Bebas Neue"/>
                </a:rPr>
                <a:t>procesos de cobro y contabilidad</a:t>
              </a:r>
              <a:endParaRPr sz="3600"/>
            </a:p>
          </p:txBody>
        </p:sp>
      </p:grpSp>
      <p:sp>
        <p:nvSpPr>
          <p:cNvPr id="175" name="Google Shape;175;p3"/>
          <p:cNvSpPr/>
          <p:nvPr/>
        </p:nvSpPr>
        <p:spPr>
          <a:xfrm>
            <a:off x="5823843" y="4910990"/>
            <a:ext cx="5049486" cy="1963525"/>
          </a:xfrm>
          <a:custGeom>
            <a:rect b="b" l="l" r="r" t="t"/>
            <a:pathLst>
              <a:path extrusionOk="0" h="1963525" w="5049486">
                <a:moveTo>
                  <a:pt x="0" y="0"/>
                </a:moveTo>
                <a:lnTo>
                  <a:pt x="2247209" y="0"/>
                </a:lnTo>
                <a:cubicBezTo>
                  <a:pt x="2373461" y="0"/>
                  <a:pt x="2475809" y="102347"/>
                  <a:pt x="2475809" y="228600"/>
                </a:cubicBezTo>
                <a:lnTo>
                  <a:pt x="2475809" y="1734925"/>
                </a:lnTo>
                <a:cubicBezTo>
                  <a:pt x="2475809" y="1795554"/>
                  <a:pt x="2499894" y="1853699"/>
                  <a:pt x="2542765" y="1896570"/>
                </a:cubicBezTo>
                <a:cubicBezTo>
                  <a:pt x="2585635" y="1939441"/>
                  <a:pt x="2643780" y="1963525"/>
                  <a:pt x="2704409" y="1963525"/>
                </a:cubicBezTo>
                <a:lnTo>
                  <a:pt x="5049486" y="1963525"/>
                </a:lnTo>
              </a:path>
            </a:pathLst>
          </a:custGeom>
          <a:noFill/>
          <a:ln cap="flat" cmpd="sng" w="95250">
            <a:solidFill>
              <a:srgbClr val="A3D3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5823843" y="4910990"/>
            <a:ext cx="3666237" cy="3927051"/>
          </a:xfrm>
          <a:custGeom>
            <a:rect b="b" l="l" r="r" t="t"/>
            <a:pathLst>
              <a:path extrusionOk="0" h="3927051" w="3666237">
                <a:moveTo>
                  <a:pt x="0" y="0"/>
                </a:moveTo>
                <a:lnTo>
                  <a:pt x="1101353" y="0"/>
                </a:lnTo>
                <a:cubicBezTo>
                  <a:pt x="1161982" y="0"/>
                  <a:pt x="1220127" y="24084"/>
                  <a:pt x="1262997" y="66955"/>
                </a:cubicBezTo>
                <a:cubicBezTo>
                  <a:pt x="1305868" y="109826"/>
                  <a:pt x="1329953" y="167971"/>
                  <a:pt x="1329953" y="228600"/>
                </a:cubicBezTo>
                <a:lnTo>
                  <a:pt x="1329953" y="3698451"/>
                </a:lnTo>
                <a:cubicBezTo>
                  <a:pt x="1329953" y="3759080"/>
                  <a:pt x="1354037" y="3817225"/>
                  <a:pt x="1396909" y="3860096"/>
                </a:cubicBezTo>
                <a:cubicBezTo>
                  <a:pt x="1439779" y="3902967"/>
                  <a:pt x="1497924" y="3927051"/>
                  <a:pt x="1558553" y="3927051"/>
                </a:cubicBezTo>
                <a:lnTo>
                  <a:pt x="3666237" y="3927051"/>
                </a:lnTo>
              </a:path>
            </a:pathLst>
          </a:custGeom>
          <a:noFill/>
          <a:ln cap="flat" cmpd="sng" w="95250">
            <a:solidFill>
              <a:srgbClr val="A3D3E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"/>
          <p:cNvSpPr txBox="1"/>
          <p:nvPr/>
        </p:nvSpPr>
        <p:spPr>
          <a:xfrm rot="5400000">
            <a:off x="16122337" y="4658568"/>
            <a:ext cx="1696826" cy="504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66"/>
                </a:solidFill>
                <a:latin typeface="Bebas Neue"/>
                <a:ea typeface="Bebas Neue"/>
                <a:cs typeface="Bebas Neue"/>
                <a:sym typeface="Bebas Neue"/>
              </a:rPr>
              <a:t>facturación</a:t>
            </a:r>
            <a:endParaRPr/>
          </a:p>
        </p:txBody>
      </p:sp>
      <p:sp>
        <p:nvSpPr>
          <p:cNvPr id="178" name="Google Shape;178;p3"/>
          <p:cNvSpPr txBox="1"/>
          <p:nvPr/>
        </p:nvSpPr>
        <p:spPr>
          <a:xfrm rot="5400000">
            <a:off x="16122337" y="6622094"/>
            <a:ext cx="1696826" cy="504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66"/>
                </a:solidFill>
                <a:latin typeface="Bebas Neue"/>
                <a:ea typeface="Bebas Neue"/>
                <a:cs typeface="Bebas Neue"/>
                <a:sym typeface="Bebas Neue"/>
              </a:rPr>
              <a:t>clientes</a:t>
            </a:r>
            <a:endParaRPr/>
          </a:p>
        </p:txBody>
      </p:sp>
      <p:sp>
        <p:nvSpPr>
          <p:cNvPr id="179" name="Google Shape;179;p3"/>
          <p:cNvSpPr txBox="1"/>
          <p:nvPr/>
        </p:nvSpPr>
        <p:spPr>
          <a:xfrm rot="5400000">
            <a:off x="16122337" y="8585619"/>
            <a:ext cx="1696826" cy="504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66"/>
                </a:solidFill>
                <a:latin typeface="Bebas Neue"/>
                <a:ea typeface="Bebas Neue"/>
                <a:cs typeface="Bebas Neue"/>
                <a:sym typeface="Bebas Neue"/>
              </a:rPr>
              <a:t>contabilidad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4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185" name="Google Shape;185;p4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6" name="Google Shape;186;p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4"/>
          <p:cNvSpPr txBox="1"/>
          <p:nvPr/>
        </p:nvSpPr>
        <p:spPr>
          <a:xfrm>
            <a:off x="1028700" y="1914102"/>
            <a:ext cx="16230600" cy="10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Propuesta</a:t>
            </a:r>
            <a:endParaRPr/>
          </a:p>
        </p:txBody>
      </p:sp>
      <p:grpSp>
        <p:nvGrpSpPr>
          <p:cNvPr id="188" name="Google Shape;188;p4"/>
          <p:cNvGrpSpPr/>
          <p:nvPr/>
        </p:nvGrpSpPr>
        <p:grpSpPr>
          <a:xfrm rot="-2699999">
            <a:off x="-1953839" y="-794837"/>
            <a:ext cx="3868778" cy="3608174"/>
            <a:chOff x="0" y="-38100"/>
            <a:chExt cx="2679345" cy="2498862"/>
          </a:xfrm>
        </p:grpSpPr>
        <p:sp>
          <p:nvSpPr>
            <p:cNvPr id="189" name="Google Shape;189;p4"/>
            <p:cNvSpPr/>
            <p:nvPr/>
          </p:nvSpPr>
          <p:spPr>
            <a:xfrm>
              <a:off x="0" y="0"/>
              <a:ext cx="2679345" cy="2460762"/>
            </a:xfrm>
            <a:custGeom>
              <a:rect b="b" l="l" r="r" t="t"/>
              <a:pathLst>
                <a:path extrusionOk="0"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190" name="Google Shape;190;p4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4"/>
          <p:cNvGrpSpPr/>
          <p:nvPr/>
        </p:nvGrpSpPr>
        <p:grpSpPr>
          <a:xfrm rot="-2699999">
            <a:off x="16523387" y="1226109"/>
            <a:ext cx="3868778" cy="3608174"/>
            <a:chOff x="0" y="-38100"/>
            <a:chExt cx="2679345" cy="2498862"/>
          </a:xfrm>
        </p:grpSpPr>
        <p:sp>
          <p:nvSpPr>
            <p:cNvPr id="192" name="Google Shape;192;p4"/>
            <p:cNvSpPr/>
            <p:nvPr/>
          </p:nvSpPr>
          <p:spPr>
            <a:xfrm>
              <a:off x="0" y="0"/>
              <a:ext cx="2679345" cy="2460762"/>
            </a:xfrm>
            <a:custGeom>
              <a:rect b="b" l="l" r="r" t="t"/>
              <a:pathLst>
                <a:path extrusionOk="0"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193" name="Google Shape;193;p4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4" name="Google Shape;194;p4"/>
          <p:cNvGrpSpPr/>
          <p:nvPr/>
        </p:nvGrpSpPr>
        <p:grpSpPr>
          <a:xfrm rot="-2699999">
            <a:off x="15419419" y="717079"/>
            <a:ext cx="1545012" cy="1473982"/>
            <a:chOff x="0" y="-38100"/>
            <a:chExt cx="1070007" cy="1020815"/>
          </a:xfrm>
        </p:grpSpPr>
        <p:sp>
          <p:nvSpPr>
            <p:cNvPr id="195" name="Google Shape;195;p4"/>
            <p:cNvSpPr/>
            <p:nvPr/>
          </p:nvSpPr>
          <p:spPr>
            <a:xfrm>
              <a:off x="0" y="0"/>
              <a:ext cx="1070007" cy="982715"/>
            </a:xfrm>
            <a:custGeom>
              <a:rect b="b" l="l" r="r" t="t"/>
              <a:pathLst>
                <a:path extrusionOk="0" h="982715" w="1070007">
                  <a:moveTo>
                    <a:pt x="0" y="0"/>
                  </a:moveTo>
                  <a:lnTo>
                    <a:pt x="1070007" y="0"/>
                  </a:lnTo>
                  <a:lnTo>
                    <a:pt x="1070007" y="982715"/>
                  </a:lnTo>
                  <a:lnTo>
                    <a:pt x="0" y="982715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196" name="Google Shape;196;p4"/>
            <p:cNvSpPr txBox="1"/>
            <p:nvPr/>
          </p:nvSpPr>
          <p:spPr>
            <a:xfrm>
              <a:off x="0" y="-38100"/>
              <a:ext cx="1070007" cy="1020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4"/>
          <p:cNvGrpSpPr/>
          <p:nvPr/>
        </p:nvGrpSpPr>
        <p:grpSpPr>
          <a:xfrm rot="-2699999">
            <a:off x="2148985" y="1051273"/>
            <a:ext cx="1967492" cy="1861996"/>
            <a:chOff x="0" y="-38100"/>
            <a:chExt cx="1362598" cy="1289536"/>
          </a:xfrm>
        </p:grpSpPr>
        <p:sp>
          <p:nvSpPr>
            <p:cNvPr id="198" name="Google Shape;198;p4"/>
            <p:cNvSpPr/>
            <p:nvPr/>
          </p:nvSpPr>
          <p:spPr>
            <a:xfrm>
              <a:off x="0" y="0"/>
              <a:ext cx="1362598" cy="1251436"/>
            </a:xfrm>
            <a:custGeom>
              <a:rect b="b" l="l" r="r" t="t"/>
              <a:pathLst>
                <a:path extrusionOk="0" h="1251436" w="1362598">
                  <a:moveTo>
                    <a:pt x="0" y="0"/>
                  </a:moveTo>
                  <a:lnTo>
                    <a:pt x="1362598" y="0"/>
                  </a:lnTo>
                  <a:lnTo>
                    <a:pt x="1362598" y="1251436"/>
                  </a:lnTo>
                  <a:lnTo>
                    <a:pt x="0" y="1251436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199" name="Google Shape;199;p4"/>
            <p:cNvSpPr txBox="1"/>
            <p:nvPr/>
          </p:nvSpPr>
          <p:spPr>
            <a:xfrm>
              <a:off x="0" y="-38100"/>
              <a:ext cx="1362598" cy="1289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4"/>
          <p:cNvSpPr/>
          <p:nvPr/>
        </p:nvSpPr>
        <p:spPr>
          <a:xfrm>
            <a:off x="14325844" y="6125406"/>
            <a:ext cx="3451748" cy="3451748"/>
          </a:xfrm>
          <a:custGeom>
            <a:rect b="b" l="l" r="r" t="t"/>
            <a:pathLst>
              <a:path extrusionOk="0" h="3451748" w="3451748">
                <a:moveTo>
                  <a:pt x="0" y="0"/>
                </a:moveTo>
                <a:lnTo>
                  <a:pt x="3451748" y="0"/>
                </a:lnTo>
                <a:lnTo>
                  <a:pt x="3451748" y="3451748"/>
                </a:lnTo>
                <a:lnTo>
                  <a:pt x="0" y="3451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4"/>
          <p:cNvSpPr txBox="1"/>
          <p:nvPr/>
        </p:nvSpPr>
        <p:spPr>
          <a:xfrm>
            <a:off x="810868" y="4532856"/>
            <a:ext cx="14724512" cy="3204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56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El objetivo es conseguiristema web que centraliza la gestión y seguimiento de las solicitudes de facturación, permitiendo registrar, validar y consultar su información y estado desde una única plataforma.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" name="Google Shape;206;p5"/>
          <p:cNvGrpSpPr/>
          <p:nvPr/>
        </p:nvGrpSpPr>
        <p:grpSpPr>
          <a:xfrm>
            <a:off x="377594" y="62297"/>
            <a:ext cx="17910524" cy="10023744"/>
            <a:chOff x="0" y="-38100"/>
            <a:chExt cx="4717144" cy="2639981"/>
          </a:xfrm>
        </p:grpSpPr>
        <p:sp>
          <p:nvSpPr>
            <p:cNvPr id="207" name="Google Shape;207;p5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8" name="Google Shape;208;p5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5"/>
          <p:cNvGrpSpPr/>
          <p:nvPr/>
        </p:nvGrpSpPr>
        <p:grpSpPr>
          <a:xfrm rot="-2699999">
            <a:off x="15842135" y="4567282"/>
            <a:ext cx="6600240" cy="6116802"/>
            <a:chOff x="0" y="-38100"/>
            <a:chExt cx="4571035" cy="4236227"/>
          </a:xfrm>
        </p:grpSpPr>
        <p:sp>
          <p:nvSpPr>
            <p:cNvPr id="210" name="Google Shape;210;p5"/>
            <p:cNvSpPr/>
            <p:nvPr/>
          </p:nvSpPr>
          <p:spPr>
            <a:xfrm>
              <a:off x="0" y="0"/>
              <a:ext cx="4571035" cy="4198127"/>
            </a:xfrm>
            <a:custGeom>
              <a:rect b="b" l="l" r="r" t="t"/>
              <a:pathLst>
                <a:path extrusionOk="0" h="4198127" w="4571035">
                  <a:moveTo>
                    <a:pt x="0" y="0"/>
                  </a:moveTo>
                  <a:lnTo>
                    <a:pt x="4571035" y="0"/>
                  </a:lnTo>
                  <a:lnTo>
                    <a:pt x="4571035" y="4198127"/>
                  </a:lnTo>
                  <a:lnTo>
                    <a:pt x="0" y="4198127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211" name="Google Shape;211;p5"/>
            <p:cNvSpPr txBox="1"/>
            <p:nvPr/>
          </p:nvSpPr>
          <p:spPr>
            <a:xfrm>
              <a:off x="0" y="-38100"/>
              <a:ext cx="4571035" cy="4236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5"/>
          <p:cNvGrpSpPr/>
          <p:nvPr/>
        </p:nvGrpSpPr>
        <p:grpSpPr>
          <a:xfrm rot="-2699999">
            <a:off x="15366929" y="93319"/>
            <a:ext cx="4091853" cy="3813051"/>
            <a:chOff x="0" y="-38100"/>
            <a:chExt cx="2833837" cy="2640750"/>
          </a:xfrm>
        </p:grpSpPr>
        <p:sp>
          <p:nvSpPr>
            <p:cNvPr id="213" name="Google Shape;213;p5"/>
            <p:cNvSpPr/>
            <p:nvPr/>
          </p:nvSpPr>
          <p:spPr>
            <a:xfrm>
              <a:off x="0" y="0"/>
              <a:ext cx="2833837" cy="2602650"/>
            </a:xfrm>
            <a:custGeom>
              <a:rect b="b" l="l" r="r" t="t"/>
              <a:pathLst>
                <a:path extrusionOk="0" h="2602650" w="2833837">
                  <a:moveTo>
                    <a:pt x="0" y="0"/>
                  </a:moveTo>
                  <a:lnTo>
                    <a:pt x="2833837" y="0"/>
                  </a:lnTo>
                  <a:lnTo>
                    <a:pt x="2833837" y="2602650"/>
                  </a:lnTo>
                  <a:lnTo>
                    <a:pt x="0" y="2602650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214" name="Google Shape;214;p5"/>
            <p:cNvSpPr txBox="1"/>
            <p:nvPr/>
          </p:nvSpPr>
          <p:spPr>
            <a:xfrm>
              <a:off x="0" y="-38100"/>
              <a:ext cx="2833837" cy="2640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" name="Google Shape;215;p5"/>
          <p:cNvSpPr/>
          <p:nvPr/>
        </p:nvSpPr>
        <p:spPr>
          <a:xfrm>
            <a:off x="13556718" y="3205685"/>
            <a:ext cx="3589879" cy="3589879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8889" r="-38889" t="0"/>
            </a:stretch>
          </a:blipFill>
          <a:ln>
            <a:noFill/>
          </a:ln>
        </p:spPr>
      </p:sp>
      <p:grpSp>
        <p:nvGrpSpPr>
          <p:cNvPr id="216" name="Google Shape;216;p5"/>
          <p:cNvGrpSpPr/>
          <p:nvPr/>
        </p:nvGrpSpPr>
        <p:grpSpPr>
          <a:xfrm>
            <a:off x="1964320" y="3012646"/>
            <a:ext cx="4846488" cy="1011797"/>
            <a:chOff x="0" y="-28575"/>
            <a:chExt cx="2083521" cy="434975"/>
          </a:xfrm>
        </p:grpSpPr>
        <p:sp>
          <p:nvSpPr>
            <p:cNvPr id="217" name="Google Shape;217;p5"/>
            <p:cNvSpPr/>
            <p:nvPr/>
          </p:nvSpPr>
          <p:spPr>
            <a:xfrm>
              <a:off x="0" y="0"/>
              <a:ext cx="2083521" cy="406400"/>
            </a:xfrm>
            <a:custGeom>
              <a:rect b="b" l="l" r="r" t="t"/>
              <a:pathLst>
                <a:path extrusionOk="0" h="406400" w="2083521">
                  <a:moveTo>
                    <a:pt x="0" y="0"/>
                  </a:moveTo>
                  <a:lnTo>
                    <a:pt x="1880321" y="0"/>
                  </a:lnTo>
                  <a:lnTo>
                    <a:pt x="2083521" y="203200"/>
                  </a:lnTo>
                  <a:lnTo>
                    <a:pt x="188032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77A7"/>
            </a:solidFill>
            <a:ln>
              <a:noFill/>
            </a:ln>
          </p:spPr>
        </p:sp>
        <p:sp>
          <p:nvSpPr>
            <p:cNvPr id="218" name="Google Shape;218;p5"/>
            <p:cNvSpPr txBox="1"/>
            <p:nvPr/>
          </p:nvSpPr>
          <p:spPr>
            <a:xfrm>
              <a:off x="177800" y="-28575"/>
              <a:ext cx="1829521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Validación de datos</a:t>
              </a:r>
              <a:endParaRPr/>
            </a:p>
          </p:txBody>
        </p:sp>
      </p:grpSp>
      <p:grpSp>
        <p:nvGrpSpPr>
          <p:cNvPr id="219" name="Google Shape;219;p5"/>
          <p:cNvGrpSpPr/>
          <p:nvPr/>
        </p:nvGrpSpPr>
        <p:grpSpPr>
          <a:xfrm>
            <a:off x="6611873" y="3017891"/>
            <a:ext cx="6236966" cy="1011797"/>
            <a:chOff x="0" y="-28575"/>
            <a:chExt cx="2681292" cy="434975"/>
          </a:xfrm>
        </p:grpSpPr>
        <p:sp>
          <p:nvSpPr>
            <p:cNvPr id="220" name="Google Shape;220;p5"/>
            <p:cNvSpPr/>
            <p:nvPr/>
          </p:nvSpPr>
          <p:spPr>
            <a:xfrm>
              <a:off x="0" y="0"/>
              <a:ext cx="2681292" cy="406400"/>
            </a:xfrm>
            <a:custGeom>
              <a:rect b="b" l="l" r="r" t="t"/>
              <a:pathLst>
                <a:path extrusionOk="0" h="406400" w="2681292">
                  <a:moveTo>
                    <a:pt x="0" y="0"/>
                  </a:moveTo>
                  <a:lnTo>
                    <a:pt x="2478092" y="0"/>
                  </a:lnTo>
                  <a:lnTo>
                    <a:pt x="2681292" y="203200"/>
                  </a:lnTo>
                  <a:lnTo>
                    <a:pt x="247809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ADD4"/>
            </a:solidFill>
            <a:ln>
              <a:noFill/>
            </a:ln>
          </p:spPr>
        </p:sp>
        <p:sp>
          <p:nvSpPr>
            <p:cNvPr id="221" name="Google Shape;221;p5"/>
            <p:cNvSpPr txBox="1"/>
            <p:nvPr/>
          </p:nvSpPr>
          <p:spPr>
            <a:xfrm>
              <a:off x="177800" y="-28575"/>
              <a:ext cx="2427292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Reducir errores de digitación de datos</a:t>
              </a:r>
              <a:endParaRPr/>
            </a:p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 verificación de campos obligatorios.</a:t>
              </a:r>
              <a:endParaRPr/>
            </a:p>
          </p:txBody>
        </p:sp>
      </p:grpSp>
      <p:grpSp>
        <p:nvGrpSpPr>
          <p:cNvPr id="222" name="Google Shape;222;p5"/>
          <p:cNvGrpSpPr/>
          <p:nvPr/>
        </p:nvGrpSpPr>
        <p:grpSpPr>
          <a:xfrm>
            <a:off x="1964320" y="4134670"/>
            <a:ext cx="4846488" cy="1011797"/>
            <a:chOff x="0" y="-28575"/>
            <a:chExt cx="2083521" cy="434975"/>
          </a:xfrm>
        </p:grpSpPr>
        <p:sp>
          <p:nvSpPr>
            <p:cNvPr id="223" name="Google Shape;223;p5"/>
            <p:cNvSpPr/>
            <p:nvPr/>
          </p:nvSpPr>
          <p:spPr>
            <a:xfrm>
              <a:off x="0" y="0"/>
              <a:ext cx="2083521" cy="406400"/>
            </a:xfrm>
            <a:custGeom>
              <a:rect b="b" l="l" r="r" t="t"/>
              <a:pathLst>
                <a:path extrusionOk="0" h="406400" w="2083521">
                  <a:moveTo>
                    <a:pt x="0" y="0"/>
                  </a:moveTo>
                  <a:lnTo>
                    <a:pt x="1880321" y="0"/>
                  </a:lnTo>
                  <a:lnTo>
                    <a:pt x="2083521" y="203200"/>
                  </a:lnTo>
                  <a:lnTo>
                    <a:pt x="188032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77A7"/>
            </a:solidFill>
            <a:ln>
              <a:noFill/>
            </a:ln>
          </p:spPr>
        </p:sp>
        <p:sp>
          <p:nvSpPr>
            <p:cNvPr id="224" name="Google Shape;224;p5"/>
            <p:cNvSpPr txBox="1"/>
            <p:nvPr/>
          </p:nvSpPr>
          <p:spPr>
            <a:xfrm>
              <a:off x="177800" y="-28575"/>
              <a:ext cx="1829521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Gestión de solicitudes y estados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(Pendiente, En revisión, Emitida y Error)</a:t>
              </a:r>
              <a:endParaRPr/>
            </a:p>
          </p:txBody>
        </p:sp>
      </p:grpSp>
      <p:grpSp>
        <p:nvGrpSpPr>
          <p:cNvPr id="225" name="Google Shape;225;p5"/>
          <p:cNvGrpSpPr/>
          <p:nvPr/>
        </p:nvGrpSpPr>
        <p:grpSpPr>
          <a:xfrm>
            <a:off x="6611873" y="4134670"/>
            <a:ext cx="6236966" cy="1011797"/>
            <a:chOff x="0" y="-28575"/>
            <a:chExt cx="2681292" cy="434975"/>
          </a:xfrm>
        </p:grpSpPr>
        <p:sp>
          <p:nvSpPr>
            <p:cNvPr id="226" name="Google Shape;226;p5"/>
            <p:cNvSpPr/>
            <p:nvPr/>
          </p:nvSpPr>
          <p:spPr>
            <a:xfrm>
              <a:off x="0" y="0"/>
              <a:ext cx="2681292" cy="406400"/>
            </a:xfrm>
            <a:custGeom>
              <a:rect b="b" l="l" r="r" t="t"/>
              <a:pathLst>
                <a:path extrusionOk="0" h="406400" w="2681292">
                  <a:moveTo>
                    <a:pt x="0" y="0"/>
                  </a:moveTo>
                  <a:lnTo>
                    <a:pt x="2478092" y="0"/>
                  </a:lnTo>
                  <a:lnTo>
                    <a:pt x="2681292" y="203200"/>
                  </a:lnTo>
                  <a:lnTo>
                    <a:pt x="247809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ADD4"/>
            </a:solidFill>
            <a:ln>
              <a:noFill/>
            </a:ln>
          </p:spPr>
        </p:sp>
        <p:sp>
          <p:nvSpPr>
            <p:cNvPr id="227" name="Google Shape;227;p5"/>
            <p:cNvSpPr txBox="1"/>
            <p:nvPr/>
          </p:nvSpPr>
          <p:spPr>
            <a:xfrm>
              <a:off x="177800" y="-28575"/>
              <a:ext cx="2427292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Disminuye retrasos al organizar</a:t>
              </a:r>
              <a:endParaRPr/>
            </a:p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el flujo de cada solicitud.</a:t>
              </a:r>
              <a:endParaRPr/>
            </a:p>
          </p:txBody>
        </p:sp>
      </p:grpSp>
      <p:grpSp>
        <p:nvGrpSpPr>
          <p:cNvPr id="228" name="Google Shape;228;p5"/>
          <p:cNvGrpSpPr/>
          <p:nvPr/>
        </p:nvGrpSpPr>
        <p:grpSpPr>
          <a:xfrm>
            <a:off x="1964320" y="5260975"/>
            <a:ext cx="4846488" cy="1011797"/>
            <a:chOff x="0" y="-28575"/>
            <a:chExt cx="2083521" cy="434975"/>
          </a:xfrm>
        </p:grpSpPr>
        <p:sp>
          <p:nvSpPr>
            <p:cNvPr id="229" name="Google Shape;229;p5"/>
            <p:cNvSpPr/>
            <p:nvPr/>
          </p:nvSpPr>
          <p:spPr>
            <a:xfrm>
              <a:off x="0" y="0"/>
              <a:ext cx="2083521" cy="406400"/>
            </a:xfrm>
            <a:custGeom>
              <a:rect b="b" l="l" r="r" t="t"/>
              <a:pathLst>
                <a:path extrusionOk="0" h="406400" w="2083521">
                  <a:moveTo>
                    <a:pt x="0" y="0"/>
                  </a:moveTo>
                  <a:lnTo>
                    <a:pt x="1880321" y="0"/>
                  </a:lnTo>
                  <a:lnTo>
                    <a:pt x="2083521" y="203200"/>
                  </a:lnTo>
                  <a:lnTo>
                    <a:pt x="188032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77A7"/>
            </a:solidFill>
            <a:ln>
              <a:noFill/>
            </a:ln>
          </p:spPr>
        </p:sp>
        <p:sp>
          <p:nvSpPr>
            <p:cNvPr id="230" name="Google Shape;230;p5"/>
            <p:cNvSpPr txBox="1"/>
            <p:nvPr/>
          </p:nvSpPr>
          <p:spPr>
            <a:xfrm>
              <a:off x="177800" y="-28575"/>
              <a:ext cx="1829521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Búsqueda e historial de solicitudes</a:t>
              </a:r>
              <a:endParaRPr/>
            </a:p>
          </p:txBody>
        </p:sp>
      </p:grpSp>
      <p:grpSp>
        <p:nvGrpSpPr>
          <p:cNvPr id="231" name="Google Shape;231;p5"/>
          <p:cNvGrpSpPr/>
          <p:nvPr/>
        </p:nvGrpSpPr>
        <p:grpSpPr>
          <a:xfrm>
            <a:off x="6611873" y="5260974"/>
            <a:ext cx="6236966" cy="1011797"/>
            <a:chOff x="0" y="-28575"/>
            <a:chExt cx="2681292" cy="434975"/>
          </a:xfrm>
        </p:grpSpPr>
        <p:sp>
          <p:nvSpPr>
            <p:cNvPr id="232" name="Google Shape;232;p5"/>
            <p:cNvSpPr/>
            <p:nvPr/>
          </p:nvSpPr>
          <p:spPr>
            <a:xfrm>
              <a:off x="0" y="0"/>
              <a:ext cx="2681292" cy="406400"/>
            </a:xfrm>
            <a:custGeom>
              <a:rect b="b" l="l" r="r" t="t"/>
              <a:pathLst>
                <a:path extrusionOk="0" h="406400" w="2681292">
                  <a:moveTo>
                    <a:pt x="0" y="0"/>
                  </a:moveTo>
                  <a:lnTo>
                    <a:pt x="2478092" y="0"/>
                  </a:lnTo>
                  <a:lnTo>
                    <a:pt x="2681292" y="203200"/>
                  </a:lnTo>
                  <a:lnTo>
                    <a:pt x="247809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ADD4"/>
            </a:solidFill>
            <a:ln>
              <a:noFill/>
            </a:ln>
          </p:spPr>
        </p:sp>
        <p:sp>
          <p:nvSpPr>
            <p:cNvPr id="233" name="Google Shape;233;p5"/>
            <p:cNvSpPr txBox="1"/>
            <p:nvPr/>
          </p:nvSpPr>
          <p:spPr>
            <a:xfrm>
              <a:off x="177800" y="-28575"/>
              <a:ext cx="2427292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Mejorar la trazabilidad permitiendo consultar por RUT, fecha, monto y origen.</a:t>
              </a:r>
              <a:endParaRPr/>
            </a:p>
          </p:txBody>
        </p:sp>
      </p:grpSp>
      <p:grpSp>
        <p:nvGrpSpPr>
          <p:cNvPr id="234" name="Google Shape;234;p5"/>
          <p:cNvGrpSpPr/>
          <p:nvPr/>
        </p:nvGrpSpPr>
        <p:grpSpPr>
          <a:xfrm>
            <a:off x="1964320" y="6377754"/>
            <a:ext cx="4846488" cy="1011797"/>
            <a:chOff x="0" y="-28575"/>
            <a:chExt cx="2083521" cy="434975"/>
          </a:xfrm>
        </p:grpSpPr>
        <p:sp>
          <p:nvSpPr>
            <p:cNvPr id="235" name="Google Shape;235;p5"/>
            <p:cNvSpPr/>
            <p:nvPr/>
          </p:nvSpPr>
          <p:spPr>
            <a:xfrm>
              <a:off x="0" y="0"/>
              <a:ext cx="2083521" cy="406400"/>
            </a:xfrm>
            <a:custGeom>
              <a:rect b="b" l="l" r="r" t="t"/>
              <a:pathLst>
                <a:path extrusionOk="0" h="406400" w="2083521">
                  <a:moveTo>
                    <a:pt x="0" y="0"/>
                  </a:moveTo>
                  <a:lnTo>
                    <a:pt x="1880321" y="0"/>
                  </a:lnTo>
                  <a:lnTo>
                    <a:pt x="2083521" y="203200"/>
                  </a:lnTo>
                  <a:lnTo>
                    <a:pt x="188032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77A7"/>
            </a:solidFill>
            <a:ln>
              <a:noFill/>
            </a:ln>
          </p:spPr>
        </p:sp>
        <p:sp>
          <p:nvSpPr>
            <p:cNvPr id="236" name="Google Shape;236;p5"/>
            <p:cNvSpPr txBox="1"/>
            <p:nvPr/>
          </p:nvSpPr>
          <p:spPr>
            <a:xfrm>
              <a:off x="177800" y="-28575"/>
              <a:ext cx="1829521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Reportes descargables</a:t>
              </a:r>
              <a:endParaRPr/>
            </a:p>
          </p:txBody>
        </p:sp>
      </p:grpSp>
      <p:grpSp>
        <p:nvGrpSpPr>
          <p:cNvPr id="237" name="Google Shape;237;p5"/>
          <p:cNvGrpSpPr/>
          <p:nvPr/>
        </p:nvGrpSpPr>
        <p:grpSpPr>
          <a:xfrm>
            <a:off x="6611873" y="6377753"/>
            <a:ext cx="6236966" cy="1011797"/>
            <a:chOff x="0" y="-28575"/>
            <a:chExt cx="2681292" cy="434975"/>
          </a:xfrm>
        </p:grpSpPr>
        <p:sp>
          <p:nvSpPr>
            <p:cNvPr id="238" name="Google Shape;238;p5"/>
            <p:cNvSpPr/>
            <p:nvPr/>
          </p:nvSpPr>
          <p:spPr>
            <a:xfrm>
              <a:off x="0" y="0"/>
              <a:ext cx="2681292" cy="406400"/>
            </a:xfrm>
            <a:custGeom>
              <a:rect b="b" l="l" r="r" t="t"/>
              <a:pathLst>
                <a:path extrusionOk="0" h="406400" w="2681292">
                  <a:moveTo>
                    <a:pt x="0" y="0"/>
                  </a:moveTo>
                  <a:lnTo>
                    <a:pt x="2478092" y="0"/>
                  </a:lnTo>
                  <a:lnTo>
                    <a:pt x="2681292" y="203200"/>
                  </a:lnTo>
                  <a:lnTo>
                    <a:pt x="247809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ADD4"/>
            </a:solidFill>
            <a:ln>
              <a:noFill/>
            </a:ln>
          </p:spPr>
        </p:sp>
        <p:sp>
          <p:nvSpPr>
            <p:cNvPr id="239" name="Google Shape;239;p5"/>
            <p:cNvSpPr txBox="1"/>
            <p:nvPr/>
          </p:nvSpPr>
          <p:spPr>
            <a:xfrm>
              <a:off x="177800" y="-28575"/>
              <a:ext cx="2427292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Facilitar el acceso de información para apoyar los procesos de contabilidad.</a:t>
              </a:r>
              <a:endParaRPr/>
            </a:p>
          </p:txBody>
        </p:sp>
      </p:grpSp>
      <p:grpSp>
        <p:nvGrpSpPr>
          <p:cNvPr id="240" name="Google Shape;240;p5"/>
          <p:cNvGrpSpPr/>
          <p:nvPr/>
        </p:nvGrpSpPr>
        <p:grpSpPr>
          <a:xfrm>
            <a:off x="1964320" y="7504058"/>
            <a:ext cx="4846488" cy="1011797"/>
            <a:chOff x="0" y="-28575"/>
            <a:chExt cx="2083521" cy="434975"/>
          </a:xfrm>
        </p:grpSpPr>
        <p:sp>
          <p:nvSpPr>
            <p:cNvPr id="241" name="Google Shape;241;p5"/>
            <p:cNvSpPr/>
            <p:nvPr/>
          </p:nvSpPr>
          <p:spPr>
            <a:xfrm>
              <a:off x="0" y="0"/>
              <a:ext cx="2083521" cy="406400"/>
            </a:xfrm>
            <a:custGeom>
              <a:rect b="b" l="l" r="r" t="t"/>
              <a:pathLst>
                <a:path extrusionOk="0" h="406400" w="2083521">
                  <a:moveTo>
                    <a:pt x="0" y="0"/>
                  </a:moveTo>
                  <a:lnTo>
                    <a:pt x="1880321" y="0"/>
                  </a:lnTo>
                  <a:lnTo>
                    <a:pt x="2083521" y="203200"/>
                  </a:lnTo>
                  <a:lnTo>
                    <a:pt x="188032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77A7"/>
            </a:solidFill>
            <a:ln>
              <a:noFill/>
            </a:ln>
          </p:spPr>
        </p:sp>
        <p:sp>
          <p:nvSpPr>
            <p:cNvPr id="242" name="Google Shape;242;p5"/>
            <p:cNvSpPr txBox="1"/>
            <p:nvPr/>
          </p:nvSpPr>
          <p:spPr>
            <a:xfrm>
              <a:off x="177800" y="-28575"/>
              <a:ext cx="1829521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Notificaciones automáticas</a:t>
              </a:r>
              <a:endParaRPr/>
            </a:p>
          </p:txBody>
        </p:sp>
      </p:grpSp>
      <p:grpSp>
        <p:nvGrpSpPr>
          <p:cNvPr id="243" name="Google Shape;243;p5"/>
          <p:cNvGrpSpPr/>
          <p:nvPr/>
        </p:nvGrpSpPr>
        <p:grpSpPr>
          <a:xfrm>
            <a:off x="6611873" y="7504058"/>
            <a:ext cx="6236966" cy="1011797"/>
            <a:chOff x="0" y="-28575"/>
            <a:chExt cx="2681292" cy="434975"/>
          </a:xfrm>
        </p:grpSpPr>
        <p:sp>
          <p:nvSpPr>
            <p:cNvPr id="244" name="Google Shape;244;p5"/>
            <p:cNvSpPr/>
            <p:nvPr/>
          </p:nvSpPr>
          <p:spPr>
            <a:xfrm>
              <a:off x="0" y="0"/>
              <a:ext cx="2681292" cy="406400"/>
            </a:xfrm>
            <a:custGeom>
              <a:rect b="b" l="l" r="r" t="t"/>
              <a:pathLst>
                <a:path extrusionOk="0" h="406400" w="2681292">
                  <a:moveTo>
                    <a:pt x="0" y="0"/>
                  </a:moveTo>
                  <a:lnTo>
                    <a:pt x="2478092" y="0"/>
                  </a:lnTo>
                  <a:lnTo>
                    <a:pt x="2681292" y="203200"/>
                  </a:lnTo>
                  <a:lnTo>
                    <a:pt x="247809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ADD4"/>
            </a:solidFill>
            <a:ln>
              <a:noFill/>
            </a:ln>
          </p:spPr>
        </p:sp>
        <p:sp>
          <p:nvSpPr>
            <p:cNvPr id="245" name="Google Shape;245;p5"/>
            <p:cNvSpPr txBox="1"/>
            <p:nvPr/>
          </p:nvSpPr>
          <p:spPr>
            <a:xfrm>
              <a:off x="177800" y="-28575"/>
              <a:ext cx="2427292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Agilizar la comunicación con usuario y cliente sobre emisión de facturas.</a:t>
              </a:r>
              <a:endParaRPr/>
            </a:p>
          </p:txBody>
        </p:sp>
      </p:grpSp>
      <p:grpSp>
        <p:nvGrpSpPr>
          <p:cNvPr id="246" name="Google Shape;246;p5"/>
          <p:cNvGrpSpPr/>
          <p:nvPr/>
        </p:nvGrpSpPr>
        <p:grpSpPr>
          <a:xfrm>
            <a:off x="1964320" y="8630362"/>
            <a:ext cx="4846488" cy="1011797"/>
            <a:chOff x="0" y="-28575"/>
            <a:chExt cx="2083521" cy="434975"/>
          </a:xfrm>
        </p:grpSpPr>
        <p:sp>
          <p:nvSpPr>
            <p:cNvPr id="247" name="Google Shape;247;p5"/>
            <p:cNvSpPr/>
            <p:nvPr/>
          </p:nvSpPr>
          <p:spPr>
            <a:xfrm>
              <a:off x="0" y="0"/>
              <a:ext cx="2083521" cy="406400"/>
            </a:xfrm>
            <a:custGeom>
              <a:rect b="b" l="l" r="r" t="t"/>
              <a:pathLst>
                <a:path extrusionOk="0" h="406400" w="2083521">
                  <a:moveTo>
                    <a:pt x="0" y="0"/>
                  </a:moveTo>
                  <a:lnTo>
                    <a:pt x="1880321" y="0"/>
                  </a:lnTo>
                  <a:lnTo>
                    <a:pt x="2083521" y="203200"/>
                  </a:lnTo>
                  <a:lnTo>
                    <a:pt x="188032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77A7"/>
            </a:solidFill>
            <a:ln>
              <a:noFill/>
            </a:ln>
          </p:spPr>
        </p:sp>
        <p:sp>
          <p:nvSpPr>
            <p:cNvPr id="248" name="Google Shape;248;p5"/>
            <p:cNvSpPr txBox="1"/>
            <p:nvPr/>
          </p:nvSpPr>
          <p:spPr>
            <a:xfrm>
              <a:off x="177800" y="-28575"/>
              <a:ext cx="1829521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Autenticación y perfiles de acceso</a:t>
              </a:r>
              <a:endParaRPr/>
            </a:p>
          </p:txBody>
        </p:sp>
      </p:grpSp>
      <p:grpSp>
        <p:nvGrpSpPr>
          <p:cNvPr id="249" name="Google Shape;249;p5"/>
          <p:cNvGrpSpPr/>
          <p:nvPr/>
        </p:nvGrpSpPr>
        <p:grpSpPr>
          <a:xfrm>
            <a:off x="6611873" y="8630362"/>
            <a:ext cx="6236966" cy="1011797"/>
            <a:chOff x="0" y="-28575"/>
            <a:chExt cx="2681292" cy="434975"/>
          </a:xfrm>
        </p:grpSpPr>
        <p:sp>
          <p:nvSpPr>
            <p:cNvPr id="250" name="Google Shape;250;p5"/>
            <p:cNvSpPr/>
            <p:nvPr/>
          </p:nvSpPr>
          <p:spPr>
            <a:xfrm>
              <a:off x="0" y="0"/>
              <a:ext cx="2681292" cy="406400"/>
            </a:xfrm>
            <a:custGeom>
              <a:rect b="b" l="l" r="r" t="t"/>
              <a:pathLst>
                <a:path extrusionOk="0" h="406400" w="2681292">
                  <a:moveTo>
                    <a:pt x="0" y="0"/>
                  </a:moveTo>
                  <a:lnTo>
                    <a:pt x="2478092" y="0"/>
                  </a:lnTo>
                  <a:lnTo>
                    <a:pt x="2681292" y="203200"/>
                  </a:lnTo>
                  <a:lnTo>
                    <a:pt x="247809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ADD4"/>
            </a:solidFill>
            <a:ln>
              <a:noFill/>
            </a:ln>
          </p:spPr>
        </p:sp>
        <p:sp>
          <p:nvSpPr>
            <p:cNvPr id="251" name="Google Shape;251;p5"/>
            <p:cNvSpPr txBox="1"/>
            <p:nvPr/>
          </p:nvSpPr>
          <p:spPr>
            <a:xfrm>
              <a:off x="177800" y="-28575"/>
              <a:ext cx="2427292" cy="43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Permitir controlar el ingreso y generar un registro de acciones de usuarios.</a:t>
              </a:r>
              <a:endParaRPr/>
            </a:p>
          </p:txBody>
        </p:sp>
      </p:grpSp>
      <p:sp>
        <p:nvSpPr>
          <p:cNvPr id="252" name="Google Shape;252;p5"/>
          <p:cNvSpPr txBox="1"/>
          <p:nvPr/>
        </p:nvSpPr>
        <p:spPr>
          <a:xfrm>
            <a:off x="681925" y="783583"/>
            <a:ext cx="4713456" cy="10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/>
          </a:p>
        </p:txBody>
      </p:sp>
      <p:sp>
        <p:nvSpPr>
          <p:cNvPr id="253" name="Google Shape;253;p5"/>
          <p:cNvSpPr txBox="1"/>
          <p:nvPr/>
        </p:nvSpPr>
        <p:spPr>
          <a:xfrm>
            <a:off x="2691555" y="2009769"/>
            <a:ext cx="3392018" cy="855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Funcionalidades</a:t>
            </a:r>
            <a:endParaRPr/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esperadas</a:t>
            </a:r>
            <a:endParaRPr/>
          </a:p>
        </p:txBody>
      </p:sp>
      <p:sp>
        <p:nvSpPr>
          <p:cNvPr id="254" name="Google Shape;254;p5"/>
          <p:cNvSpPr txBox="1"/>
          <p:nvPr/>
        </p:nvSpPr>
        <p:spPr>
          <a:xfrm>
            <a:off x="8340377" y="2009769"/>
            <a:ext cx="2779958" cy="855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Soluciones /</a:t>
            </a:r>
            <a:endParaRPr/>
          </a:p>
          <a:p>
            <a:pPr indent="0" lvl="0" marL="0" marR="0" rtl="0" algn="ctr">
              <a:lnSpc>
                <a:spcPct val="11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Mejoras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" name="Google Shape;259;p6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260" name="Google Shape;260;p6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1" name="Google Shape;261;p6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6"/>
          <p:cNvGrpSpPr/>
          <p:nvPr/>
        </p:nvGrpSpPr>
        <p:grpSpPr>
          <a:xfrm>
            <a:off x="660244" y="3069902"/>
            <a:ext cx="5505792" cy="2977326"/>
            <a:chOff x="0" y="-38100"/>
            <a:chExt cx="1450085" cy="784152"/>
          </a:xfrm>
        </p:grpSpPr>
        <p:sp>
          <p:nvSpPr>
            <p:cNvPr id="263" name="Google Shape;263;p6"/>
            <p:cNvSpPr/>
            <p:nvPr/>
          </p:nvSpPr>
          <p:spPr>
            <a:xfrm>
              <a:off x="0" y="0"/>
              <a:ext cx="1450085" cy="746052"/>
            </a:xfrm>
            <a:custGeom>
              <a:rect b="b" l="l" r="r" t="t"/>
              <a:pathLst>
                <a:path extrusionOk="0" h="746052" w="1450085">
                  <a:moveTo>
                    <a:pt x="0" y="0"/>
                  </a:moveTo>
                  <a:lnTo>
                    <a:pt x="1450085" y="0"/>
                  </a:lnTo>
                  <a:lnTo>
                    <a:pt x="1450085" y="746052"/>
                  </a:lnTo>
                  <a:lnTo>
                    <a:pt x="0" y="746052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264" name="Google Shape;264;p6"/>
            <p:cNvSpPr txBox="1"/>
            <p:nvPr/>
          </p:nvSpPr>
          <p:spPr>
            <a:xfrm>
              <a:off x="0" y="-38100"/>
              <a:ext cx="1450085" cy="78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6"/>
          <p:cNvSpPr txBox="1"/>
          <p:nvPr/>
        </p:nvSpPr>
        <p:spPr>
          <a:xfrm>
            <a:off x="5617245" y="762493"/>
            <a:ext cx="7053510" cy="1969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Objetivos 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especificos</a:t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897859" y="4509809"/>
            <a:ext cx="5030562" cy="1331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Levantar y validar los requerimientos del sistema, modelando el proceso actual de facturación e identificando actores, datos, reglas de negocio y puntos de control.</a:t>
            </a:r>
            <a:endParaRPr/>
          </a:p>
        </p:txBody>
      </p:sp>
      <p:grpSp>
        <p:nvGrpSpPr>
          <p:cNvPr id="267" name="Google Shape;267;p6"/>
          <p:cNvGrpSpPr/>
          <p:nvPr/>
        </p:nvGrpSpPr>
        <p:grpSpPr>
          <a:xfrm rot="-2699999">
            <a:off x="-1953839" y="-794837"/>
            <a:ext cx="3868778" cy="3608174"/>
            <a:chOff x="0" y="-38100"/>
            <a:chExt cx="2679345" cy="2498862"/>
          </a:xfrm>
        </p:grpSpPr>
        <p:sp>
          <p:nvSpPr>
            <p:cNvPr id="268" name="Google Shape;268;p6"/>
            <p:cNvSpPr/>
            <p:nvPr/>
          </p:nvSpPr>
          <p:spPr>
            <a:xfrm>
              <a:off x="0" y="0"/>
              <a:ext cx="2679345" cy="2460762"/>
            </a:xfrm>
            <a:custGeom>
              <a:rect b="b" l="l" r="r" t="t"/>
              <a:pathLst>
                <a:path extrusionOk="0"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269" name="Google Shape;269;p6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6"/>
          <p:cNvGrpSpPr/>
          <p:nvPr/>
        </p:nvGrpSpPr>
        <p:grpSpPr>
          <a:xfrm rot="-2699999">
            <a:off x="15008093" y="1071302"/>
            <a:ext cx="1545012" cy="1473982"/>
            <a:chOff x="0" y="-38100"/>
            <a:chExt cx="1070007" cy="1020815"/>
          </a:xfrm>
        </p:grpSpPr>
        <p:sp>
          <p:nvSpPr>
            <p:cNvPr id="271" name="Google Shape;271;p6"/>
            <p:cNvSpPr/>
            <p:nvPr/>
          </p:nvSpPr>
          <p:spPr>
            <a:xfrm>
              <a:off x="0" y="0"/>
              <a:ext cx="1070007" cy="982715"/>
            </a:xfrm>
            <a:custGeom>
              <a:rect b="b" l="l" r="r" t="t"/>
              <a:pathLst>
                <a:path extrusionOk="0" h="982715" w="1070007">
                  <a:moveTo>
                    <a:pt x="0" y="0"/>
                  </a:moveTo>
                  <a:lnTo>
                    <a:pt x="1070007" y="0"/>
                  </a:lnTo>
                  <a:lnTo>
                    <a:pt x="1070007" y="982715"/>
                  </a:lnTo>
                  <a:lnTo>
                    <a:pt x="0" y="982715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272" name="Google Shape;272;p6"/>
            <p:cNvSpPr txBox="1"/>
            <p:nvPr/>
          </p:nvSpPr>
          <p:spPr>
            <a:xfrm>
              <a:off x="0" y="-38100"/>
              <a:ext cx="1070007" cy="1020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6"/>
          <p:cNvGrpSpPr/>
          <p:nvPr/>
        </p:nvGrpSpPr>
        <p:grpSpPr>
          <a:xfrm rot="-2699999">
            <a:off x="2148985" y="1051273"/>
            <a:ext cx="1967492" cy="1861996"/>
            <a:chOff x="0" y="-38100"/>
            <a:chExt cx="1362598" cy="1289536"/>
          </a:xfrm>
        </p:grpSpPr>
        <p:sp>
          <p:nvSpPr>
            <p:cNvPr id="274" name="Google Shape;274;p6"/>
            <p:cNvSpPr/>
            <p:nvPr/>
          </p:nvSpPr>
          <p:spPr>
            <a:xfrm>
              <a:off x="0" y="0"/>
              <a:ext cx="1362598" cy="1251436"/>
            </a:xfrm>
            <a:custGeom>
              <a:rect b="b" l="l" r="r" t="t"/>
              <a:pathLst>
                <a:path extrusionOk="0" h="1251436" w="1362598">
                  <a:moveTo>
                    <a:pt x="0" y="0"/>
                  </a:moveTo>
                  <a:lnTo>
                    <a:pt x="1362598" y="0"/>
                  </a:lnTo>
                  <a:lnTo>
                    <a:pt x="1362598" y="1251436"/>
                  </a:lnTo>
                  <a:lnTo>
                    <a:pt x="0" y="1251436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275" name="Google Shape;275;p6"/>
            <p:cNvSpPr txBox="1"/>
            <p:nvPr/>
          </p:nvSpPr>
          <p:spPr>
            <a:xfrm>
              <a:off x="0" y="-38100"/>
              <a:ext cx="1362598" cy="12895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6"/>
          <p:cNvSpPr txBox="1"/>
          <p:nvPr/>
        </p:nvSpPr>
        <p:spPr>
          <a:xfrm>
            <a:off x="1151096" y="3381540"/>
            <a:ext cx="4524000" cy="12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Analizar los requerimientos y el proceso actual</a:t>
            </a:r>
            <a:endParaRPr sz="3600"/>
          </a:p>
        </p:txBody>
      </p:sp>
      <p:grpSp>
        <p:nvGrpSpPr>
          <p:cNvPr id="277" name="Google Shape;277;p6"/>
          <p:cNvGrpSpPr/>
          <p:nvPr/>
        </p:nvGrpSpPr>
        <p:grpSpPr>
          <a:xfrm>
            <a:off x="6480984" y="3699339"/>
            <a:ext cx="6029158" cy="2496102"/>
            <a:chOff x="0" y="-38100"/>
            <a:chExt cx="1587926" cy="657410"/>
          </a:xfrm>
        </p:grpSpPr>
        <p:sp>
          <p:nvSpPr>
            <p:cNvPr id="278" name="Google Shape;278;p6"/>
            <p:cNvSpPr/>
            <p:nvPr/>
          </p:nvSpPr>
          <p:spPr>
            <a:xfrm>
              <a:off x="0" y="0"/>
              <a:ext cx="1587926" cy="619310"/>
            </a:xfrm>
            <a:custGeom>
              <a:rect b="b" l="l" r="r" t="t"/>
              <a:pathLst>
                <a:path extrusionOk="0" h="619310" w="1587926">
                  <a:moveTo>
                    <a:pt x="0" y="0"/>
                  </a:moveTo>
                  <a:lnTo>
                    <a:pt x="1587926" y="0"/>
                  </a:lnTo>
                  <a:lnTo>
                    <a:pt x="1587926" y="619310"/>
                  </a:lnTo>
                  <a:lnTo>
                    <a:pt x="0" y="619310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279" name="Google Shape;279;p6"/>
            <p:cNvSpPr txBox="1"/>
            <p:nvPr/>
          </p:nvSpPr>
          <p:spPr>
            <a:xfrm>
              <a:off x="0" y="-38100"/>
              <a:ext cx="1587926" cy="657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6"/>
          <p:cNvSpPr txBox="1"/>
          <p:nvPr/>
        </p:nvSpPr>
        <p:spPr>
          <a:xfrm>
            <a:off x="6718599" y="4908284"/>
            <a:ext cx="5553927" cy="10646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Definir el proceso futuro, la arquitectura, el modelo de datos y las interfaces necesarias para soportar la gestión centralizada de las solicitudes de facturación.</a:t>
            </a:r>
            <a:endParaRPr/>
          </a:p>
        </p:txBody>
      </p:sp>
      <p:sp>
        <p:nvSpPr>
          <p:cNvPr id="281" name="Google Shape;281;p6"/>
          <p:cNvSpPr txBox="1"/>
          <p:nvPr/>
        </p:nvSpPr>
        <p:spPr>
          <a:xfrm>
            <a:off x="6718599" y="4169916"/>
            <a:ext cx="5553927" cy="537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Diseñar la solución informática</a:t>
            </a:r>
            <a:endParaRPr/>
          </a:p>
        </p:txBody>
      </p:sp>
      <p:grpSp>
        <p:nvGrpSpPr>
          <p:cNvPr id="282" name="Google Shape;282;p6"/>
          <p:cNvGrpSpPr/>
          <p:nvPr/>
        </p:nvGrpSpPr>
        <p:grpSpPr>
          <a:xfrm>
            <a:off x="12776842" y="3229638"/>
            <a:ext cx="4141064" cy="3652935"/>
            <a:chOff x="0" y="-38100"/>
            <a:chExt cx="1090651" cy="962090"/>
          </a:xfrm>
        </p:grpSpPr>
        <p:sp>
          <p:nvSpPr>
            <p:cNvPr id="283" name="Google Shape;283;p6"/>
            <p:cNvSpPr/>
            <p:nvPr/>
          </p:nvSpPr>
          <p:spPr>
            <a:xfrm>
              <a:off x="0" y="0"/>
              <a:ext cx="1090651" cy="923990"/>
            </a:xfrm>
            <a:custGeom>
              <a:rect b="b" l="l" r="r" t="t"/>
              <a:pathLst>
                <a:path extrusionOk="0" h="923990" w="1090651">
                  <a:moveTo>
                    <a:pt x="0" y="0"/>
                  </a:moveTo>
                  <a:lnTo>
                    <a:pt x="1090651" y="0"/>
                  </a:lnTo>
                  <a:lnTo>
                    <a:pt x="1090651" y="923990"/>
                  </a:lnTo>
                  <a:lnTo>
                    <a:pt x="0" y="923990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284" name="Google Shape;284;p6"/>
            <p:cNvSpPr txBox="1"/>
            <p:nvPr/>
          </p:nvSpPr>
          <p:spPr>
            <a:xfrm>
              <a:off x="0" y="-38100"/>
              <a:ext cx="1090651" cy="962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6"/>
          <p:cNvSpPr txBox="1"/>
          <p:nvPr/>
        </p:nvSpPr>
        <p:spPr>
          <a:xfrm>
            <a:off x="13036555" y="5147487"/>
            <a:ext cx="3621637" cy="159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Construir una plataforma con autenticación, control de permisos, mantenedores, registro y gestión de solicitudes, validaciones e historial de operaciones.</a:t>
            </a:r>
            <a:endParaRPr/>
          </a:p>
        </p:txBody>
      </p:sp>
      <p:sp>
        <p:nvSpPr>
          <p:cNvPr id="286" name="Google Shape;286;p6"/>
          <p:cNvSpPr txBox="1"/>
          <p:nvPr/>
        </p:nvSpPr>
        <p:spPr>
          <a:xfrm>
            <a:off x="13036575" y="3489675"/>
            <a:ext cx="3621600" cy="15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Desarrollar e </a:t>
            </a:r>
            <a:endParaRPr sz="3000"/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implementar el </a:t>
            </a:r>
            <a:endParaRPr sz="3000"/>
          </a:p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sistema web</a:t>
            </a:r>
            <a:endParaRPr sz="3000"/>
          </a:p>
        </p:txBody>
      </p:sp>
      <p:grpSp>
        <p:nvGrpSpPr>
          <p:cNvPr id="287" name="Google Shape;287;p6"/>
          <p:cNvGrpSpPr/>
          <p:nvPr/>
        </p:nvGrpSpPr>
        <p:grpSpPr>
          <a:xfrm rot="-2699999">
            <a:off x="16546868" y="1061656"/>
            <a:ext cx="3868778" cy="3608174"/>
            <a:chOff x="0" y="-38100"/>
            <a:chExt cx="2679345" cy="2498862"/>
          </a:xfrm>
        </p:grpSpPr>
        <p:sp>
          <p:nvSpPr>
            <p:cNvPr id="288" name="Google Shape;288;p6"/>
            <p:cNvSpPr/>
            <p:nvPr/>
          </p:nvSpPr>
          <p:spPr>
            <a:xfrm>
              <a:off x="0" y="0"/>
              <a:ext cx="2679345" cy="2460762"/>
            </a:xfrm>
            <a:custGeom>
              <a:rect b="b" l="l" r="r" t="t"/>
              <a:pathLst>
                <a:path extrusionOk="0"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3D8EAD"/>
            </a:solidFill>
            <a:ln>
              <a:noFill/>
            </a:ln>
          </p:spPr>
        </p:sp>
        <p:sp>
          <p:nvSpPr>
            <p:cNvPr id="289" name="Google Shape;289;p6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0" name="Google Shape;290;p6"/>
          <p:cNvGrpSpPr/>
          <p:nvPr/>
        </p:nvGrpSpPr>
        <p:grpSpPr>
          <a:xfrm>
            <a:off x="488831" y="6122788"/>
            <a:ext cx="4715843" cy="3440819"/>
            <a:chOff x="0" y="-38100"/>
            <a:chExt cx="1242033" cy="906224"/>
          </a:xfrm>
        </p:grpSpPr>
        <p:sp>
          <p:nvSpPr>
            <p:cNvPr id="291" name="Google Shape;291;p6"/>
            <p:cNvSpPr/>
            <p:nvPr/>
          </p:nvSpPr>
          <p:spPr>
            <a:xfrm>
              <a:off x="0" y="0"/>
              <a:ext cx="1242033" cy="868124"/>
            </a:xfrm>
            <a:custGeom>
              <a:rect b="b" l="l" r="r" t="t"/>
              <a:pathLst>
                <a:path extrusionOk="0" h="868124" w="1242033">
                  <a:moveTo>
                    <a:pt x="0" y="0"/>
                  </a:moveTo>
                  <a:lnTo>
                    <a:pt x="1242033" y="0"/>
                  </a:lnTo>
                  <a:lnTo>
                    <a:pt x="1242033" y="868124"/>
                  </a:lnTo>
                  <a:lnTo>
                    <a:pt x="0" y="868124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292" name="Google Shape;292;p6"/>
            <p:cNvSpPr txBox="1"/>
            <p:nvPr/>
          </p:nvSpPr>
          <p:spPr>
            <a:xfrm>
              <a:off x="0" y="-38100"/>
              <a:ext cx="1242033" cy="9062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6"/>
          <p:cNvSpPr txBox="1"/>
          <p:nvPr/>
        </p:nvSpPr>
        <p:spPr>
          <a:xfrm>
            <a:off x="734899" y="7734145"/>
            <a:ext cx="4223709" cy="1598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Implementar reportes y notificaciones por correo electrónico, además de evaluar la viabilidad de integración con WhatsApp y el proceso de emisión electrónica de facturas.</a:t>
            </a:r>
            <a:endParaRPr/>
          </a:p>
        </p:txBody>
      </p:sp>
      <p:sp>
        <p:nvSpPr>
          <p:cNvPr id="294" name="Google Shape;294;p6"/>
          <p:cNvSpPr txBox="1"/>
          <p:nvPr/>
        </p:nvSpPr>
        <p:spPr>
          <a:xfrm>
            <a:off x="734899" y="6434426"/>
            <a:ext cx="4223709" cy="1061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Incorporar herramientas de apoyo y comunicación</a:t>
            </a:r>
            <a:endParaRPr/>
          </a:p>
        </p:txBody>
      </p:sp>
      <p:grpSp>
        <p:nvGrpSpPr>
          <p:cNvPr id="295" name="Google Shape;295;p6"/>
          <p:cNvGrpSpPr/>
          <p:nvPr/>
        </p:nvGrpSpPr>
        <p:grpSpPr>
          <a:xfrm>
            <a:off x="5481135" y="6244424"/>
            <a:ext cx="7029007" cy="1943833"/>
            <a:chOff x="0" y="-38100"/>
            <a:chExt cx="1851261" cy="511956"/>
          </a:xfrm>
        </p:grpSpPr>
        <p:sp>
          <p:nvSpPr>
            <p:cNvPr id="296" name="Google Shape;296;p6"/>
            <p:cNvSpPr/>
            <p:nvPr/>
          </p:nvSpPr>
          <p:spPr>
            <a:xfrm>
              <a:off x="0" y="0"/>
              <a:ext cx="1851261" cy="473856"/>
            </a:xfrm>
            <a:custGeom>
              <a:rect b="b" l="l" r="r" t="t"/>
              <a:pathLst>
                <a:path extrusionOk="0" h="473856" w="1851261">
                  <a:moveTo>
                    <a:pt x="0" y="0"/>
                  </a:moveTo>
                  <a:lnTo>
                    <a:pt x="1851261" y="0"/>
                  </a:lnTo>
                  <a:lnTo>
                    <a:pt x="1851261" y="473856"/>
                  </a:lnTo>
                  <a:lnTo>
                    <a:pt x="0" y="473856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297" name="Google Shape;297;p6"/>
            <p:cNvSpPr txBox="1"/>
            <p:nvPr/>
          </p:nvSpPr>
          <p:spPr>
            <a:xfrm>
              <a:off x="0" y="-38100"/>
              <a:ext cx="1851261" cy="5119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6"/>
          <p:cNvSpPr txBox="1"/>
          <p:nvPr/>
        </p:nvSpPr>
        <p:spPr>
          <a:xfrm>
            <a:off x="5609229" y="6575165"/>
            <a:ext cx="6772819" cy="5377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Validar el funcionamiento de la solución</a:t>
            </a:r>
            <a:endParaRPr/>
          </a:p>
        </p:txBody>
      </p:sp>
      <p:grpSp>
        <p:nvGrpSpPr>
          <p:cNvPr id="299" name="Google Shape;299;p6"/>
          <p:cNvGrpSpPr/>
          <p:nvPr/>
        </p:nvGrpSpPr>
        <p:grpSpPr>
          <a:xfrm>
            <a:off x="10410302" y="8304163"/>
            <a:ext cx="7029007" cy="1470197"/>
            <a:chOff x="0" y="-38100"/>
            <a:chExt cx="1851261" cy="387212"/>
          </a:xfrm>
        </p:grpSpPr>
        <p:sp>
          <p:nvSpPr>
            <p:cNvPr id="300" name="Google Shape;300;p6"/>
            <p:cNvSpPr/>
            <p:nvPr/>
          </p:nvSpPr>
          <p:spPr>
            <a:xfrm>
              <a:off x="0" y="0"/>
              <a:ext cx="1851261" cy="349112"/>
            </a:xfrm>
            <a:custGeom>
              <a:rect b="b" l="l" r="r" t="t"/>
              <a:pathLst>
                <a:path extrusionOk="0" h="349112" w="1851261">
                  <a:moveTo>
                    <a:pt x="0" y="0"/>
                  </a:moveTo>
                  <a:lnTo>
                    <a:pt x="1851261" y="0"/>
                  </a:lnTo>
                  <a:lnTo>
                    <a:pt x="1851261" y="349112"/>
                  </a:lnTo>
                  <a:lnTo>
                    <a:pt x="0" y="349112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301" name="Google Shape;301;p6"/>
            <p:cNvSpPr txBox="1"/>
            <p:nvPr/>
          </p:nvSpPr>
          <p:spPr>
            <a:xfrm>
              <a:off x="0" y="-38100"/>
              <a:ext cx="1851261" cy="387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2" name="Google Shape;302;p6"/>
          <p:cNvSpPr txBox="1"/>
          <p:nvPr/>
        </p:nvSpPr>
        <p:spPr>
          <a:xfrm>
            <a:off x="10626134" y="8718096"/>
            <a:ext cx="6597343" cy="7979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Registrar el proceso de desarrollo, funcionamiento del sistema, pruebas realizadas, limitaciones identificadas y entregables finales del proyecto.</a:t>
            </a:r>
            <a:endParaRPr/>
          </a:p>
        </p:txBody>
      </p:sp>
      <p:grpSp>
        <p:nvGrpSpPr>
          <p:cNvPr id="303" name="Google Shape;303;p6"/>
          <p:cNvGrpSpPr/>
          <p:nvPr/>
        </p:nvGrpSpPr>
        <p:grpSpPr>
          <a:xfrm>
            <a:off x="5486729" y="7968931"/>
            <a:ext cx="4698669" cy="1289369"/>
            <a:chOff x="0" y="-38100"/>
            <a:chExt cx="1237510" cy="339587"/>
          </a:xfrm>
        </p:grpSpPr>
        <p:sp>
          <p:nvSpPr>
            <p:cNvPr id="304" name="Google Shape;304;p6"/>
            <p:cNvSpPr/>
            <p:nvPr/>
          </p:nvSpPr>
          <p:spPr>
            <a:xfrm>
              <a:off x="0" y="0"/>
              <a:ext cx="1237510" cy="301487"/>
            </a:xfrm>
            <a:custGeom>
              <a:rect b="b" l="l" r="r" t="t"/>
              <a:pathLst>
                <a:path extrusionOk="0" h="301487" w="1237510">
                  <a:moveTo>
                    <a:pt x="0" y="0"/>
                  </a:moveTo>
                  <a:lnTo>
                    <a:pt x="1237510" y="0"/>
                  </a:lnTo>
                  <a:lnTo>
                    <a:pt x="1237510" y="301487"/>
                  </a:lnTo>
                  <a:lnTo>
                    <a:pt x="0" y="301487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305" name="Google Shape;305;p6"/>
            <p:cNvSpPr txBox="1"/>
            <p:nvPr/>
          </p:nvSpPr>
          <p:spPr>
            <a:xfrm>
              <a:off x="0" y="-38100"/>
              <a:ext cx="1237510" cy="339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6"/>
          <p:cNvSpPr txBox="1"/>
          <p:nvPr/>
        </p:nvSpPr>
        <p:spPr>
          <a:xfrm>
            <a:off x="5731540" y="7223792"/>
            <a:ext cx="6528300" cy="16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Ejecutar pruebas funcionales y de validación de datos, corregir incidencias detectadas y verificar los resultados junto </a:t>
            </a:r>
            <a:endParaRPr b="0" i="0" sz="2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 Facturaciones SPA.</a:t>
            </a:r>
            <a:endParaRPr/>
          </a:p>
        </p:txBody>
      </p:sp>
      <p:grpSp>
        <p:nvGrpSpPr>
          <p:cNvPr id="307" name="Google Shape;307;p6"/>
          <p:cNvGrpSpPr/>
          <p:nvPr/>
        </p:nvGrpSpPr>
        <p:grpSpPr>
          <a:xfrm>
            <a:off x="12910192" y="7149197"/>
            <a:ext cx="4529117" cy="1368874"/>
            <a:chOff x="0" y="-38100"/>
            <a:chExt cx="1192854" cy="360526"/>
          </a:xfrm>
        </p:grpSpPr>
        <p:sp>
          <p:nvSpPr>
            <p:cNvPr id="308" name="Google Shape;308;p6"/>
            <p:cNvSpPr/>
            <p:nvPr/>
          </p:nvSpPr>
          <p:spPr>
            <a:xfrm>
              <a:off x="0" y="0"/>
              <a:ext cx="1192854" cy="322426"/>
            </a:xfrm>
            <a:custGeom>
              <a:rect b="b" l="l" r="r" t="t"/>
              <a:pathLst>
                <a:path extrusionOk="0" h="322426" w="1192854">
                  <a:moveTo>
                    <a:pt x="0" y="0"/>
                  </a:moveTo>
                  <a:lnTo>
                    <a:pt x="1192854" y="0"/>
                  </a:lnTo>
                  <a:lnTo>
                    <a:pt x="1192854" y="322426"/>
                  </a:lnTo>
                  <a:lnTo>
                    <a:pt x="0" y="322426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309" name="Google Shape;309;p6"/>
            <p:cNvSpPr txBox="1"/>
            <p:nvPr/>
          </p:nvSpPr>
          <p:spPr>
            <a:xfrm>
              <a:off x="0" y="-38100"/>
              <a:ext cx="1192854" cy="3605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0" name="Google Shape;310;p6"/>
          <p:cNvSpPr txBox="1"/>
          <p:nvPr/>
        </p:nvSpPr>
        <p:spPr>
          <a:xfrm>
            <a:off x="13116305" y="7456478"/>
            <a:ext cx="4116890" cy="1061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00" u="none" cap="none" strike="noStrike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Documentar y entregar la solución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7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316" name="Google Shape;316;p7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7" name="Google Shape;317;p7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7"/>
          <p:cNvSpPr txBox="1"/>
          <p:nvPr/>
        </p:nvSpPr>
        <p:spPr>
          <a:xfrm>
            <a:off x="1028700" y="855669"/>
            <a:ext cx="16230600" cy="10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/>
          </a:p>
        </p:txBody>
      </p:sp>
      <p:grpSp>
        <p:nvGrpSpPr>
          <p:cNvPr id="319" name="Google Shape;319;p7"/>
          <p:cNvGrpSpPr/>
          <p:nvPr/>
        </p:nvGrpSpPr>
        <p:grpSpPr>
          <a:xfrm rot="-2699999">
            <a:off x="-1953839" y="-794837"/>
            <a:ext cx="3868778" cy="3608174"/>
            <a:chOff x="0" y="-38100"/>
            <a:chExt cx="2679345" cy="2498862"/>
          </a:xfrm>
        </p:grpSpPr>
        <p:sp>
          <p:nvSpPr>
            <p:cNvPr id="320" name="Google Shape;320;p7"/>
            <p:cNvSpPr/>
            <p:nvPr/>
          </p:nvSpPr>
          <p:spPr>
            <a:xfrm>
              <a:off x="0" y="0"/>
              <a:ext cx="2679345" cy="2460762"/>
            </a:xfrm>
            <a:custGeom>
              <a:rect b="b" l="l" r="r" t="t"/>
              <a:pathLst>
                <a:path extrusionOk="0"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321" name="Google Shape;321;p7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2" name="Google Shape;322;p7"/>
          <p:cNvGrpSpPr/>
          <p:nvPr/>
        </p:nvGrpSpPr>
        <p:grpSpPr>
          <a:xfrm rot="-2699999">
            <a:off x="16606750" y="376373"/>
            <a:ext cx="3868778" cy="3608174"/>
            <a:chOff x="0" y="-38100"/>
            <a:chExt cx="2679345" cy="2498862"/>
          </a:xfrm>
        </p:grpSpPr>
        <p:sp>
          <p:nvSpPr>
            <p:cNvPr id="323" name="Google Shape;323;p7"/>
            <p:cNvSpPr/>
            <p:nvPr/>
          </p:nvSpPr>
          <p:spPr>
            <a:xfrm>
              <a:off x="0" y="0"/>
              <a:ext cx="2679345" cy="2460762"/>
            </a:xfrm>
            <a:custGeom>
              <a:rect b="b" l="l" r="r" t="t"/>
              <a:pathLst>
                <a:path extrusionOk="0"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324" name="Google Shape;324;p7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7"/>
          <p:cNvGrpSpPr/>
          <p:nvPr/>
        </p:nvGrpSpPr>
        <p:grpSpPr>
          <a:xfrm>
            <a:off x="3627813" y="2672835"/>
            <a:ext cx="11032374" cy="2022990"/>
            <a:chOff x="0" y="-28575"/>
            <a:chExt cx="2905646" cy="532804"/>
          </a:xfrm>
        </p:grpSpPr>
        <p:sp>
          <p:nvSpPr>
            <p:cNvPr id="326" name="Google Shape;326;p7"/>
            <p:cNvSpPr/>
            <p:nvPr/>
          </p:nvSpPr>
          <p:spPr>
            <a:xfrm>
              <a:off x="0" y="0"/>
              <a:ext cx="2905646" cy="504229"/>
            </a:xfrm>
            <a:custGeom>
              <a:rect b="b" l="l" r="r" t="t"/>
              <a:pathLst>
                <a:path extrusionOk="0" h="504229" w="2905646">
                  <a:moveTo>
                    <a:pt x="0" y="0"/>
                  </a:moveTo>
                  <a:lnTo>
                    <a:pt x="2905646" y="0"/>
                  </a:lnTo>
                  <a:lnTo>
                    <a:pt x="2905646" y="504229"/>
                  </a:lnTo>
                  <a:lnTo>
                    <a:pt x="0" y="504229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327" name="Google Shape;327;p7"/>
            <p:cNvSpPr txBox="1"/>
            <p:nvPr/>
          </p:nvSpPr>
          <p:spPr>
            <a:xfrm>
              <a:off x="0" y="-28575"/>
              <a:ext cx="2905646" cy="5328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7"/>
          <p:cNvGrpSpPr/>
          <p:nvPr/>
        </p:nvGrpSpPr>
        <p:grpSpPr>
          <a:xfrm>
            <a:off x="5515233" y="7049134"/>
            <a:ext cx="7257533" cy="2700338"/>
            <a:chOff x="0" y="0"/>
            <a:chExt cx="1911449" cy="711200"/>
          </a:xfrm>
        </p:grpSpPr>
        <p:sp>
          <p:nvSpPr>
            <p:cNvPr id="329" name="Google Shape;329;p7"/>
            <p:cNvSpPr/>
            <p:nvPr/>
          </p:nvSpPr>
          <p:spPr>
            <a:xfrm>
              <a:off x="0" y="0"/>
              <a:ext cx="1911449" cy="711200"/>
            </a:xfrm>
            <a:custGeom>
              <a:rect b="b" l="l" r="r" t="t"/>
              <a:pathLst>
                <a:path extrusionOk="0" h="711200" w="1911449">
                  <a:moveTo>
                    <a:pt x="955725" y="711200"/>
                  </a:moveTo>
                  <a:lnTo>
                    <a:pt x="1911449" y="0"/>
                  </a:lnTo>
                  <a:lnTo>
                    <a:pt x="0" y="0"/>
                  </a:lnTo>
                  <a:lnTo>
                    <a:pt x="955725" y="711200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330" name="Google Shape;330;p7"/>
            <p:cNvSpPr txBox="1"/>
            <p:nvPr/>
          </p:nvSpPr>
          <p:spPr>
            <a:xfrm>
              <a:off x="298664" y="22225"/>
              <a:ext cx="1314121" cy="358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7"/>
          <p:cNvSpPr txBox="1"/>
          <p:nvPr/>
        </p:nvSpPr>
        <p:spPr>
          <a:xfrm>
            <a:off x="5576491" y="1904397"/>
            <a:ext cx="7135019" cy="705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1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Enfoque Ágil e Incremental</a:t>
            </a:r>
            <a:endParaRPr/>
          </a:p>
        </p:txBody>
      </p:sp>
      <p:sp>
        <p:nvSpPr>
          <p:cNvPr id="332" name="Google Shape;332;p7"/>
          <p:cNvSpPr txBox="1"/>
          <p:nvPr/>
        </p:nvSpPr>
        <p:spPr>
          <a:xfrm>
            <a:off x="3903026" y="3074571"/>
            <a:ext cx="10481948" cy="1298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 un proyecto en pequeñas etapas, entregando avances funcionales frecuentes y adaptándose continuamente a cambios y retroalimentación.</a:t>
            </a:r>
            <a:endParaRPr/>
          </a:p>
        </p:txBody>
      </p:sp>
      <p:sp>
        <p:nvSpPr>
          <p:cNvPr id="333" name="Google Shape;333;p7"/>
          <p:cNvSpPr txBox="1"/>
          <p:nvPr/>
        </p:nvSpPr>
        <p:spPr>
          <a:xfrm>
            <a:off x="7825502" y="5057775"/>
            <a:ext cx="2636996" cy="705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41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¿Por qué?</a:t>
            </a:r>
            <a:endParaRPr/>
          </a:p>
        </p:txBody>
      </p:sp>
      <p:grpSp>
        <p:nvGrpSpPr>
          <p:cNvPr id="334" name="Google Shape;334;p7"/>
          <p:cNvGrpSpPr/>
          <p:nvPr/>
        </p:nvGrpSpPr>
        <p:grpSpPr>
          <a:xfrm rot="10800000">
            <a:off x="1028700" y="7049134"/>
            <a:ext cx="7257533" cy="2700338"/>
            <a:chOff x="0" y="0"/>
            <a:chExt cx="1911449" cy="711200"/>
          </a:xfrm>
        </p:grpSpPr>
        <p:sp>
          <p:nvSpPr>
            <p:cNvPr id="335" name="Google Shape;335;p7"/>
            <p:cNvSpPr/>
            <p:nvPr/>
          </p:nvSpPr>
          <p:spPr>
            <a:xfrm>
              <a:off x="0" y="0"/>
              <a:ext cx="1911449" cy="711200"/>
            </a:xfrm>
            <a:custGeom>
              <a:rect b="b" l="l" r="r" t="t"/>
              <a:pathLst>
                <a:path extrusionOk="0" h="711200" w="1911449">
                  <a:moveTo>
                    <a:pt x="955725" y="711200"/>
                  </a:moveTo>
                  <a:lnTo>
                    <a:pt x="1911449" y="0"/>
                  </a:lnTo>
                  <a:lnTo>
                    <a:pt x="0" y="0"/>
                  </a:lnTo>
                  <a:lnTo>
                    <a:pt x="955725" y="711200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336" name="Google Shape;336;p7"/>
            <p:cNvSpPr txBox="1"/>
            <p:nvPr/>
          </p:nvSpPr>
          <p:spPr>
            <a:xfrm>
              <a:off x="298664" y="22225"/>
              <a:ext cx="1314121" cy="358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7" name="Google Shape;337;p7"/>
          <p:cNvGrpSpPr/>
          <p:nvPr/>
        </p:nvGrpSpPr>
        <p:grpSpPr>
          <a:xfrm rot="10800000">
            <a:off x="10001767" y="7049134"/>
            <a:ext cx="7257533" cy="2700338"/>
            <a:chOff x="0" y="0"/>
            <a:chExt cx="1911449" cy="711200"/>
          </a:xfrm>
        </p:grpSpPr>
        <p:sp>
          <p:nvSpPr>
            <p:cNvPr id="338" name="Google Shape;338;p7"/>
            <p:cNvSpPr/>
            <p:nvPr/>
          </p:nvSpPr>
          <p:spPr>
            <a:xfrm>
              <a:off x="0" y="0"/>
              <a:ext cx="1911449" cy="711200"/>
            </a:xfrm>
            <a:custGeom>
              <a:rect b="b" l="l" r="r" t="t"/>
              <a:pathLst>
                <a:path extrusionOk="0" h="711200" w="1911449">
                  <a:moveTo>
                    <a:pt x="955725" y="711200"/>
                  </a:moveTo>
                  <a:lnTo>
                    <a:pt x="1911449" y="0"/>
                  </a:lnTo>
                  <a:lnTo>
                    <a:pt x="0" y="0"/>
                  </a:lnTo>
                  <a:lnTo>
                    <a:pt x="955725" y="711200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339" name="Google Shape;339;p7"/>
            <p:cNvSpPr txBox="1"/>
            <p:nvPr/>
          </p:nvSpPr>
          <p:spPr>
            <a:xfrm>
              <a:off x="298664" y="22225"/>
              <a:ext cx="1314121" cy="358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7"/>
          <p:cNvSpPr txBox="1"/>
          <p:nvPr/>
        </p:nvSpPr>
        <p:spPr>
          <a:xfrm rot="-1475590">
            <a:off x="462469" y="6962481"/>
            <a:ext cx="3641760" cy="7791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Adaptabilidad</a:t>
            </a:r>
            <a:endParaRPr sz="3600"/>
          </a:p>
        </p:txBody>
      </p:sp>
      <p:sp>
        <p:nvSpPr>
          <p:cNvPr id="341" name="Google Shape;341;p7"/>
          <p:cNvSpPr txBox="1"/>
          <p:nvPr/>
        </p:nvSpPr>
        <p:spPr>
          <a:xfrm>
            <a:off x="6573080" y="6077584"/>
            <a:ext cx="51417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Validación continua</a:t>
            </a:r>
            <a:endParaRPr sz="3600"/>
          </a:p>
        </p:txBody>
      </p:sp>
      <p:sp>
        <p:nvSpPr>
          <p:cNvPr id="342" name="Google Shape;342;p7"/>
          <p:cNvSpPr txBox="1"/>
          <p:nvPr/>
        </p:nvSpPr>
        <p:spPr>
          <a:xfrm rot="1511215">
            <a:off x="14185971" y="6860708"/>
            <a:ext cx="3090424" cy="779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Priorización</a:t>
            </a:r>
            <a:endParaRPr sz="3600"/>
          </a:p>
        </p:txBody>
      </p:sp>
      <p:sp>
        <p:nvSpPr>
          <p:cNvPr id="343" name="Google Shape;343;p7"/>
          <p:cNvSpPr txBox="1"/>
          <p:nvPr/>
        </p:nvSpPr>
        <p:spPr>
          <a:xfrm>
            <a:off x="2286218" y="8326755"/>
            <a:ext cx="4742497" cy="931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Cambios y 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observaciones del cliente.</a:t>
            </a:r>
            <a:endParaRPr/>
          </a:p>
        </p:txBody>
      </p:sp>
      <p:sp>
        <p:nvSpPr>
          <p:cNvPr id="344" name="Google Shape;344;p7"/>
          <p:cNvSpPr txBox="1"/>
          <p:nvPr/>
        </p:nvSpPr>
        <p:spPr>
          <a:xfrm>
            <a:off x="11129665" y="8574194"/>
            <a:ext cx="5020787" cy="931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Desarrollar primero las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funcionalidades esenciales.</a:t>
            </a:r>
            <a:endParaRPr/>
          </a:p>
        </p:txBody>
      </p:sp>
      <p:sp>
        <p:nvSpPr>
          <p:cNvPr id="345" name="Google Shape;345;p7"/>
          <p:cNvSpPr txBox="1"/>
          <p:nvPr/>
        </p:nvSpPr>
        <p:spPr>
          <a:xfrm>
            <a:off x="6445329" y="7242599"/>
            <a:ext cx="5397341" cy="931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Comprobar progresivamente 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funcionalidades.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8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351" name="Google Shape;351;p8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2" name="Google Shape;352;p8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3" name="Google Shape;353;p8"/>
          <p:cNvGrpSpPr/>
          <p:nvPr/>
        </p:nvGrpSpPr>
        <p:grpSpPr>
          <a:xfrm rot="-2699999">
            <a:off x="16199068" y="400604"/>
            <a:ext cx="5689382" cy="5280253"/>
            <a:chOff x="0" y="-38100"/>
            <a:chExt cx="3940215" cy="3656870"/>
          </a:xfrm>
        </p:grpSpPr>
        <p:sp>
          <p:nvSpPr>
            <p:cNvPr id="354" name="Google Shape;354;p8"/>
            <p:cNvSpPr/>
            <p:nvPr/>
          </p:nvSpPr>
          <p:spPr>
            <a:xfrm>
              <a:off x="0" y="0"/>
              <a:ext cx="3940215" cy="3618770"/>
            </a:xfrm>
            <a:custGeom>
              <a:rect b="b" l="l" r="r" t="t"/>
              <a:pathLst>
                <a:path extrusionOk="0" h="3618770" w="3940215">
                  <a:moveTo>
                    <a:pt x="0" y="0"/>
                  </a:moveTo>
                  <a:lnTo>
                    <a:pt x="3940215" y="0"/>
                  </a:lnTo>
                  <a:lnTo>
                    <a:pt x="3940215" y="3618770"/>
                  </a:lnTo>
                  <a:lnTo>
                    <a:pt x="0" y="3618770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355" name="Google Shape;355;p8"/>
            <p:cNvSpPr txBox="1"/>
            <p:nvPr/>
          </p:nvSpPr>
          <p:spPr>
            <a:xfrm>
              <a:off x="0" y="-38100"/>
              <a:ext cx="3940215" cy="36568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8"/>
          <p:cNvGrpSpPr/>
          <p:nvPr/>
        </p:nvGrpSpPr>
        <p:grpSpPr>
          <a:xfrm rot="-2699999">
            <a:off x="-5939" y="7208494"/>
            <a:ext cx="4444778" cy="4454576"/>
            <a:chOff x="0" y="-38100"/>
            <a:chExt cx="3078258" cy="3085043"/>
          </a:xfrm>
        </p:grpSpPr>
        <p:sp>
          <p:nvSpPr>
            <p:cNvPr id="357" name="Google Shape;357;p8"/>
            <p:cNvSpPr/>
            <p:nvPr/>
          </p:nvSpPr>
          <p:spPr>
            <a:xfrm>
              <a:off x="0" y="0"/>
              <a:ext cx="3078258" cy="3046943"/>
            </a:xfrm>
            <a:custGeom>
              <a:rect b="b" l="l" r="r" t="t"/>
              <a:pathLst>
                <a:path extrusionOk="0" h="3046943" w="3078258">
                  <a:moveTo>
                    <a:pt x="0" y="0"/>
                  </a:moveTo>
                  <a:lnTo>
                    <a:pt x="3078258" y="0"/>
                  </a:lnTo>
                  <a:lnTo>
                    <a:pt x="3078258" y="3046943"/>
                  </a:lnTo>
                  <a:lnTo>
                    <a:pt x="0" y="3046943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358" name="Google Shape;358;p8"/>
            <p:cNvSpPr txBox="1"/>
            <p:nvPr/>
          </p:nvSpPr>
          <p:spPr>
            <a:xfrm>
              <a:off x="0" y="-38100"/>
              <a:ext cx="3078258" cy="3085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8"/>
          <p:cNvGrpSpPr/>
          <p:nvPr/>
        </p:nvGrpSpPr>
        <p:grpSpPr>
          <a:xfrm rot="-2699999">
            <a:off x="15229283" y="-1331122"/>
            <a:ext cx="2392158" cy="2422836"/>
            <a:chOff x="0" y="-38100"/>
            <a:chExt cx="1656703" cy="1677949"/>
          </a:xfrm>
        </p:grpSpPr>
        <p:sp>
          <p:nvSpPr>
            <p:cNvPr id="360" name="Google Shape;360;p8"/>
            <p:cNvSpPr/>
            <p:nvPr/>
          </p:nvSpPr>
          <p:spPr>
            <a:xfrm>
              <a:off x="0" y="0"/>
              <a:ext cx="1656703" cy="1639849"/>
            </a:xfrm>
            <a:custGeom>
              <a:rect b="b" l="l" r="r" t="t"/>
              <a:pathLst>
                <a:path extrusionOk="0" h="1639849" w="1656703">
                  <a:moveTo>
                    <a:pt x="0" y="0"/>
                  </a:moveTo>
                  <a:lnTo>
                    <a:pt x="1656703" y="0"/>
                  </a:lnTo>
                  <a:lnTo>
                    <a:pt x="1656703" y="1639849"/>
                  </a:lnTo>
                  <a:lnTo>
                    <a:pt x="0" y="1639849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361" name="Google Shape;361;p8"/>
            <p:cNvSpPr txBox="1"/>
            <p:nvPr/>
          </p:nvSpPr>
          <p:spPr>
            <a:xfrm>
              <a:off x="0" y="-38100"/>
              <a:ext cx="1656703" cy="1677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8"/>
          <p:cNvGrpSpPr/>
          <p:nvPr/>
        </p:nvGrpSpPr>
        <p:grpSpPr>
          <a:xfrm rot="-2699999">
            <a:off x="-2312555" y="2754305"/>
            <a:ext cx="4544006" cy="4552794"/>
            <a:chOff x="0" y="-38100"/>
            <a:chExt cx="3146978" cy="3153064"/>
          </a:xfrm>
        </p:grpSpPr>
        <p:sp>
          <p:nvSpPr>
            <p:cNvPr id="363" name="Google Shape;363;p8"/>
            <p:cNvSpPr/>
            <p:nvPr/>
          </p:nvSpPr>
          <p:spPr>
            <a:xfrm>
              <a:off x="0" y="0"/>
              <a:ext cx="3146978" cy="3114964"/>
            </a:xfrm>
            <a:custGeom>
              <a:rect b="b" l="l" r="r" t="t"/>
              <a:pathLst>
                <a:path extrusionOk="0" h="3114964" w="3146978">
                  <a:moveTo>
                    <a:pt x="0" y="0"/>
                  </a:moveTo>
                  <a:lnTo>
                    <a:pt x="3146978" y="0"/>
                  </a:lnTo>
                  <a:lnTo>
                    <a:pt x="3146978" y="3114964"/>
                  </a:lnTo>
                  <a:lnTo>
                    <a:pt x="0" y="3114964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364" name="Google Shape;364;p8"/>
            <p:cNvSpPr txBox="1"/>
            <p:nvPr/>
          </p:nvSpPr>
          <p:spPr>
            <a:xfrm>
              <a:off x="0" y="-38100"/>
              <a:ext cx="3146978" cy="3153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8"/>
          <p:cNvGrpSpPr/>
          <p:nvPr/>
        </p:nvGrpSpPr>
        <p:grpSpPr>
          <a:xfrm>
            <a:off x="5164395" y="1998812"/>
            <a:ext cx="7959209" cy="7959209"/>
            <a:chOff x="0" y="0"/>
            <a:chExt cx="812800" cy="812800"/>
          </a:xfrm>
        </p:grpSpPr>
        <p:sp>
          <p:nvSpPr>
            <p:cNvPr id="366" name="Google Shape;366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66"/>
            </a:solidFill>
            <a:ln cap="sq" cmpd="sng" w="95250">
              <a:solidFill>
                <a:srgbClr val="4747BB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8"/>
          <p:cNvSpPr txBox="1"/>
          <p:nvPr/>
        </p:nvSpPr>
        <p:spPr>
          <a:xfrm>
            <a:off x="5565490" y="705951"/>
            <a:ext cx="6972920" cy="10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/>
          </a:p>
        </p:txBody>
      </p:sp>
      <p:cxnSp>
        <p:nvCxnSpPr>
          <p:cNvPr id="369" name="Google Shape;369;p8"/>
          <p:cNvCxnSpPr/>
          <p:nvPr/>
        </p:nvCxnSpPr>
        <p:spPr>
          <a:xfrm>
            <a:off x="5362847" y="4733946"/>
            <a:ext cx="3705521" cy="1232223"/>
          </a:xfrm>
          <a:prstGeom prst="straightConnector1">
            <a:avLst/>
          </a:prstGeom>
          <a:noFill/>
          <a:ln cap="flat" cmpd="sng" w="95250">
            <a:solidFill>
              <a:srgbClr val="4747B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8"/>
          <p:cNvCxnSpPr/>
          <p:nvPr/>
        </p:nvCxnSpPr>
        <p:spPr>
          <a:xfrm>
            <a:off x="9105197" y="2005862"/>
            <a:ext cx="0" cy="3933752"/>
          </a:xfrm>
          <a:prstGeom prst="straightConnector1">
            <a:avLst/>
          </a:prstGeom>
          <a:noFill/>
          <a:ln cap="flat" cmpd="sng" w="95250">
            <a:solidFill>
              <a:srgbClr val="4747B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8"/>
          <p:cNvCxnSpPr/>
          <p:nvPr/>
        </p:nvCxnSpPr>
        <p:spPr>
          <a:xfrm flipH="1">
            <a:off x="9142073" y="4724984"/>
            <a:ext cx="3780121" cy="1241323"/>
          </a:xfrm>
          <a:prstGeom prst="straightConnector1">
            <a:avLst/>
          </a:prstGeom>
          <a:noFill/>
          <a:ln cap="flat" cmpd="sng" w="95250">
            <a:solidFill>
              <a:srgbClr val="4747B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8"/>
          <p:cNvCxnSpPr/>
          <p:nvPr/>
        </p:nvCxnSpPr>
        <p:spPr>
          <a:xfrm flipH="1" rot="10800000">
            <a:off x="6779358" y="6009811"/>
            <a:ext cx="2303030" cy="3169817"/>
          </a:xfrm>
          <a:prstGeom prst="straightConnector1">
            <a:avLst/>
          </a:prstGeom>
          <a:noFill/>
          <a:ln cap="flat" cmpd="sng" w="95250">
            <a:solidFill>
              <a:srgbClr val="4747B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8"/>
          <p:cNvCxnSpPr/>
          <p:nvPr/>
        </p:nvCxnSpPr>
        <p:spPr>
          <a:xfrm rot="10800000">
            <a:off x="9128105" y="6009739"/>
            <a:ext cx="2339980" cy="3199505"/>
          </a:xfrm>
          <a:prstGeom prst="straightConnector1">
            <a:avLst/>
          </a:prstGeom>
          <a:noFill/>
          <a:ln cap="flat" cmpd="sng" w="95250">
            <a:solidFill>
              <a:srgbClr val="4747BB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4" name="Google Shape;374;p8"/>
          <p:cNvGrpSpPr/>
          <p:nvPr/>
        </p:nvGrpSpPr>
        <p:grpSpPr>
          <a:xfrm>
            <a:off x="9051950" y="5925169"/>
            <a:ext cx="106495" cy="106495"/>
            <a:chOff x="0" y="0"/>
            <a:chExt cx="812800" cy="812800"/>
          </a:xfrm>
        </p:grpSpPr>
        <p:sp>
          <p:nvSpPr>
            <p:cNvPr id="375" name="Google Shape;375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7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8"/>
          <p:cNvSpPr txBox="1"/>
          <p:nvPr/>
        </p:nvSpPr>
        <p:spPr>
          <a:xfrm>
            <a:off x="9372137" y="2635954"/>
            <a:ext cx="1470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</a:t>
            </a:r>
            <a:endParaRPr sz="2400"/>
          </a:p>
        </p:txBody>
      </p:sp>
      <p:sp>
        <p:nvSpPr>
          <p:cNvPr id="378" name="Google Shape;378;p8"/>
          <p:cNvSpPr txBox="1"/>
          <p:nvPr/>
        </p:nvSpPr>
        <p:spPr>
          <a:xfrm>
            <a:off x="11515710" y="5336339"/>
            <a:ext cx="1299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Diseño</a:t>
            </a:r>
            <a:endParaRPr sz="2400"/>
          </a:p>
        </p:txBody>
      </p:sp>
      <p:sp>
        <p:nvSpPr>
          <p:cNvPr id="379" name="Google Shape;379;p8"/>
          <p:cNvSpPr txBox="1"/>
          <p:nvPr/>
        </p:nvSpPr>
        <p:spPr>
          <a:xfrm>
            <a:off x="8155464" y="7456824"/>
            <a:ext cx="1977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</a:t>
            </a:r>
            <a:endParaRPr sz="2400"/>
          </a:p>
        </p:txBody>
      </p:sp>
      <p:sp>
        <p:nvSpPr>
          <p:cNvPr id="380" name="Google Shape;380;p8"/>
          <p:cNvSpPr txBox="1"/>
          <p:nvPr/>
        </p:nvSpPr>
        <p:spPr>
          <a:xfrm>
            <a:off x="7683275" y="2635949"/>
            <a:ext cx="11553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Cierre</a:t>
            </a:r>
            <a:endParaRPr sz="2400"/>
          </a:p>
        </p:txBody>
      </p:sp>
      <p:sp>
        <p:nvSpPr>
          <p:cNvPr id="381" name="Google Shape;381;p8"/>
          <p:cNvSpPr txBox="1"/>
          <p:nvPr/>
        </p:nvSpPr>
        <p:spPr>
          <a:xfrm>
            <a:off x="5395296" y="5364914"/>
            <a:ext cx="22647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Pruebas </a:t>
            </a:r>
            <a:endParaRPr sz="24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 validación</a:t>
            </a:r>
            <a:endParaRPr sz="2400"/>
          </a:p>
        </p:txBody>
      </p:sp>
      <p:sp>
        <p:nvSpPr>
          <p:cNvPr id="382" name="Google Shape;382;p8"/>
          <p:cNvSpPr txBox="1"/>
          <p:nvPr/>
        </p:nvSpPr>
        <p:spPr>
          <a:xfrm>
            <a:off x="9372119" y="3294327"/>
            <a:ext cx="30921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Levantamiento de </a:t>
            </a:r>
            <a:endParaRPr sz="1800"/>
          </a:p>
          <a:p>
            <a:pPr indent="0" lvl="0" marL="0" marR="0" rtl="0" algn="just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requerimientos, </a:t>
            </a:r>
            <a:endParaRPr sz="1800"/>
          </a:p>
          <a:p>
            <a:pPr indent="0" lvl="0" marL="0" marR="0" rtl="0" algn="just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comprensión del proceso </a:t>
            </a:r>
            <a:endParaRPr sz="1800"/>
          </a:p>
          <a:p>
            <a:pPr indent="0" lvl="0" marL="0" marR="0" rtl="0" algn="just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actual e identificación de </a:t>
            </a:r>
            <a:endParaRPr sz="1800"/>
          </a:p>
          <a:p>
            <a:pPr indent="0" lvl="0" marL="0" marR="0" rtl="0" algn="just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problemáticas.</a:t>
            </a:r>
            <a:endParaRPr sz="1800"/>
          </a:p>
        </p:txBody>
      </p:sp>
      <p:sp>
        <p:nvSpPr>
          <p:cNvPr id="383" name="Google Shape;383;p8"/>
          <p:cNvSpPr txBox="1"/>
          <p:nvPr/>
        </p:nvSpPr>
        <p:spPr>
          <a:xfrm>
            <a:off x="9609716" y="5997466"/>
            <a:ext cx="33126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Definición de arquitectura, </a:t>
            </a:r>
            <a:endParaRPr sz="1800"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datos, interfaces,  </a:t>
            </a:r>
            <a:endParaRPr sz="1800"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perfiles, permisos y    </a:t>
            </a:r>
            <a:endParaRPr sz="1800"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flujo de trabajo.     </a:t>
            </a:r>
            <a:endParaRPr sz="1800"/>
          </a:p>
        </p:txBody>
      </p:sp>
      <p:sp>
        <p:nvSpPr>
          <p:cNvPr id="384" name="Google Shape;384;p8"/>
          <p:cNvSpPr txBox="1"/>
          <p:nvPr/>
        </p:nvSpPr>
        <p:spPr>
          <a:xfrm>
            <a:off x="7447530" y="8363731"/>
            <a:ext cx="33153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progresivo</a:t>
            </a:r>
            <a:endParaRPr sz="1800"/>
          </a:p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 los módulos y</a:t>
            </a:r>
            <a:endParaRPr sz="1800"/>
          </a:p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funcionalidades principales</a:t>
            </a:r>
            <a:endParaRPr sz="1800"/>
          </a:p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del sistema web.</a:t>
            </a:r>
            <a:endParaRPr sz="1800"/>
          </a:p>
        </p:txBody>
      </p:sp>
      <p:sp>
        <p:nvSpPr>
          <p:cNvPr id="385" name="Google Shape;385;p8"/>
          <p:cNvSpPr txBox="1"/>
          <p:nvPr/>
        </p:nvSpPr>
        <p:spPr>
          <a:xfrm>
            <a:off x="5387340" y="6209105"/>
            <a:ext cx="2768100" cy="2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Ejecución de pruebas</a:t>
            </a:r>
            <a:endParaRPr sz="1800"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funcionales, detección</a:t>
            </a:r>
            <a:endParaRPr sz="1800"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de incidencias y</a:t>
            </a:r>
            <a:endParaRPr sz="1800"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validación del</a:t>
            </a:r>
            <a:endParaRPr sz="1800"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funcionamiento</a:t>
            </a:r>
            <a:endParaRPr sz="1800"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de la solución.</a:t>
            </a:r>
            <a:endParaRPr sz="1800"/>
          </a:p>
        </p:txBody>
      </p:sp>
      <p:sp>
        <p:nvSpPr>
          <p:cNvPr id="386" name="Google Shape;386;p8"/>
          <p:cNvSpPr txBox="1"/>
          <p:nvPr/>
        </p:nvSpPr>
        <p:spPr>
          <a:xfrm>
            <a:off x="6155330" y="3158640"/>
            <a:ext cx="2817600" cy="20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Elaboración de</a:t>
            </a:r>
            <a:endParaRPr sz="1800"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 técnica</a:t>
            </a:r>
            <a:endParaRPr sz="1800"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 funcional, evidencias,</a:t>
            </a:r>
            <a:endParaRPr sz="1800"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manual de usuario,</a:t>
            </a:r>
            <a:endParaRPr sz="1800"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limitaciones y</a:t>
            </a:r>
            <a:endParaRPr sz="1800"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mejoras futuras.</a:t>
            </a:r>
            <a:endParaRPr sz="1800"/>
          </a:p>
        </p:txBody>
      </p:sp>
      <p:grpSp>
        <p:nvGrpSpPr>
          <p:cNvPr id="387" name="Google Shape;387;p8"/>
          <p:cNvGrpSpPr/>
          <p:nvPr/>
        </p:nvGrpSpPr>
        <p:grpSpPr>
          <a:xfrm rot="-2699999">
            <a:off x="-505137" y="-831605"/>
            <a:ext cx="2469962" cy="2588789"/>
            <a:chOff x="0" y="-38100"/>
            <a:chExt cx="1710587" cy="1792881"/>
          </a:xfrm>
        </p:grpSpPr>
        <p:sp>
          <p:nvSpPr>
            <p:cNvPr id="388" name="Google Shape;388;p8"/>
            <p:cNvSpPr/>
            <p:nvPr/>
          </p:nvSpPr>
          <p:spPr>
            <a:xfrm>
              <a:off x="0" y="0"/>
              <a:ext cx="1710587" cy="1754781"/>
            </a:xfrm>
            <a:custGeom>
              <a:rect b="b" l="l" r="r" t="t"/>
              <a:pathLst>
                <a:path extrusionOk="0" h="1754781" w="1710587">
                  <a:moveTo>
                    <a:pt x="0" y="0"/>
                  </a:moveTo>
                  <a:lnTo>
                    <a:pt x="1710587" y="0"/>
                  </a:lnTo>
                  <a:lnTo>
                    <a:pt x="1710587" y="1754781"/>
                  </a:lnTo>
                  <a:lnTo>
                    <a:pt x="0" y="175478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389" name="Google Shape;389;p8"/>
            <p:cNvSpPr txBox="1"/>
            <p:nvPr/>
          </p:nvSpPr>
          <p:spPr>
            <a:xfrm>
              <a:off x="0" y="-38100"/>
              <a:ext cx="1710587" cy="1792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8"/>
          <p:cNvGrpSpPr/>
          <p:nvPr/>
        </p:nvGrpSpPr>
        <p:grpSpPr>
          <a:xfrm rot="-2699999">
            <a:off x="16600679" y="6780324"/>
            <a:ext cx="2392158" cy="2422836"/>
            <a:chOff x="0" y="-38100"/>
            <a:chExt cx="1656703" cy="1677949"/>
          </a:xfrm>
        </p:grpSpPr>
        <p:sp>
          <p:nvSpPr>
            <p:cNvPr id="391" name="Google Shape;391;p8"/>
            <p:cNvSpPr/>
            <p:nvPr/>
          </p:nvSpPr>
          <p:spPr>
            <a:xfrm>
              <a:off x="0" y="0"/>
              <a:ext cx="1656703" cy="1639849"/>
            </a:xfrm>
            <a:custGeom>
              <a:rect b="b" l="l" r="r" t="t"/>
              <a:pathLst>
                <a:path extrusionOk="0" h="1639849" w="1656703">
                  <a:moveTo>
                    <a:pt x="0" y="0"/>
                  </a:moveTo>
                  <a:lnTo>
                    <a:pt x="1656703" y="0"/>
                  </a:lnTo>
                  <a:lnTo>
                    <a:pt x="1656703" y="1639849"/>
                  </a:lnTo>
                  <a:lnTo>
                    <a:pt x="0" y="1639849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392" name="Google Shape;392;p8"/>
            <p:cNvSpPr txBox="1"/>
            <p:nvPr/>
          </p:nvSpPr>
          <p:spPr>
            <a:xfrm>
              <a:off x="0" y="-38100"/>
              <a:ext cx="1656703" cy="1677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7" name="Google Shape;397;p9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398" name="Google Shape;398;p9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99" name="Google Shape;399;p9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" name="Google Shape;400;p9"/>
          <p:cNvGrpSpPr/>
          <p:nvPr/>
        </p:nvGrpSpPr>
        <p:grpSpPr>
          <a:xfrm rot="-2699999">
            <a:off x="16199068" y="400604"/>
            <a:ext cx="5689382" cy="5280253"/>
            <a:chOff x="0" y="-38100"/>
            <a:chExt cx="3940215" cy="3656870"/>
          </a:xfrm>
        </p:grpSpPr>
        <p:sp>
          <p:nvSpPr>
            <p:cNvPr id="401" name="Google Shape;401;p9"/>
            <p:cNvSpPr/>
            <p:nvPr/>
          </p:nvSpPr>
          <p:spPr>
            <a:xfrm>
              <a:off x="0" y="0"/>
              <a:ext cx="3940215" cy="3618770"/>
            </a:xfrm>
            <a:custGeom>
              <a:rect b="b" l="l" r="r" t="t"/>
              <a:pathLst>
                <a:path extrusionOk="0" h="3618770" w="3940215">
                  <a:moveTo>
                    <a:pt x="0" y="0"/>
                  </a:moveTo>
                  <a:lnTo>
                    <a:pt x="3940215" y="0"/>
                  </a:lnTo>
                  <a:lnTo>
                    <a:pt x="3940215" y="3618770"/>
                  </a:lnTo>
                  <a:lnTo>
                    <a:pt x="0" y="3618770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402" name="Google Shape;402;p9"/>
            <p:cNvSpPr txBox="1"/>
            <p:nvPr/>
          </p:nvSpPr>
          <p:spPr>
            <a:xfrm>
              <a:off x="0" y="-38100"/>
              <a:ext cx="3940215" cy="36568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9"/>
          <p:cNvGrpSpPr/>
          <p:nvPr/>
        </p:nvGrpSpPr>
        <p:grpSpPr>
          <a:xfrm rot="-2699999">
            <a:off x="-5939" y="7208494"/>
            <a:ext cx="4444778" cy="4454576"/>
            <a:chOff x="0" y="-38100"/>
            <a:chExt cx="3078258" cy="3085043"/>
          </a:xfrm>
        </p:grpSpPr>
        <p:sp>
          <p:nvSpPr>
            <p:cNvPr id="404" name="Google Shape;404;p9"/>
            <p:cNvSpPr/>
            <p:nvPr/>
          </p:nvSpPr>
          <p:spPr>
            <a:xfrm>
              <a:off x="0" y="0"/>
              <a:ext cx="3078258" cy="3046943"/>
            </a:xfrm>
            <a:custGeom>
              <a:rect b="b" l="l" r="r" t="t"/>
              <a:pathLst>
                <a:path extrusionOk="0" h="3046943" w="3078258">
                  <a:moveTo>
                    <a:pt x="0" y="0"/>
                  </a:moveTo>
                  <a:lnTo>
                    <a:pt x="3078258" y="0"/>
                  </a:lnTo>
                  <a:lnTo>
                    <a:pt x="3078258" y="3046943"/>
                  </a:lnTo>
                  <a:lnTo>
                    <a:pt x="0" y="3046943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405" name="Google Shape;405;p9"/>
            <p:cNvSpPr txBox="1"/>
            <p:nvPr/>
          </p:nvSpPr>
          <p:spPr>
            <a:xfrm>
              <a:off x="0" y="-38100"/>
              <a:ext cx="3078258" cy="30850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p9"/>
          <p:cNvGrpSpPr/>
          <p:nvPr/>
        </p:nvGrpSpPr>
        <p:grpSpPr>
          <a:xfrm rot="-2699999">
            <a:off x="15229283" y="-1331122"/>
            <a:ext cx="2392158" cy="2422836"/>
            <a:chOff x="0" y="-38100"/>
            <a:chExt cx="1656703" cy="1677949"/>
          </a:xfrm>
        </p:grpSpPr>
        <p:sp>
          <p:nvSpPr>
            <p:cNvPr id="407" name="Google Shape;407;p9"/>
            <p:cNvSpPr/>
            <p:nvPr/>
          </p:nvSpPr>
          <p:spPr>
            <a:xfrm>
              <a:off x="0" y="0"/>
              <a:ext cx="1656703" cy="1639849"/>
            </a:xfrm>
            <a:custGeom>
              <a:rect b="b" l="l" r="r" t="t"/>
              <a:pathLst>
                <a:path extrusionOk="0" h="1639849" w="1656703">
                  <a:moveTo>
                    <a:pt x="0" y="0"/>
                  </a:moveTo>
                  <a:lnTo>
                    <a:pt x="1656703" y="0"/>
                  </a:lnTo>
                  <a:lnTo>
                    <a:pt x="1656703" y="1639849"/>
                  </a:lnTo>
                  <a:lnTo>
                    <a:pt x="0" y="1639849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408" name="Google Shape;408;p9"/>
            <p:cNvSpPr txBox="1"/>
            <p:nvPr/>
          </p:nvSpPr>
          <p:spPr>
            <a:xfrm>
              <a:off x="0" y="-38100"/>
              <a:ext cx="1656703" cy="1677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9" name="Google Shape;409;p9"/>
          <p:cNvGrpSpPr/>
          <p:nvPr/>
        </p:nvGrpSpPr>
        <p:grpSpPr>
          <a:xfrm rot="-2699999">
            <a:off x="-2312555" y="2754305"/>
            <a:ext cx="4544006" cy="4552794"/>
            <a:chOff x="0" y="-38100"/>
            <a:chExt cx="3146978" cy="3153064"/>
          </a:xfrm>
        </p:grpSpPr>
        <p:sp>
          <p:nvSpPr>
            <p:cNvPr id="410" name="Google Shape;410;p9"/>
            <p:cNvSpPr/>
            <p:nvPr/>
          </p:nvSpPr>
          <p:spPr>
            <a:xfrm>
              <a:off x="0" y="0"/>
              <a:ext cx="3146978" cy="3114964"/>
            </a:xfrm>
            <a:custGeom>
              <a:rect b="b" l="l" r="r" t="t"/>
              <a:pathLst>
                <a:path extrusionOk="0" h="3114964" w="3146978">
                  <a:moveTo>
                    <a:pt x="0" y="0"/>
                  </a:moveTo>
                  <a:lnTo>
                    <a:pt x="3146978" y="0"/>
                  </a:lnTo>
                  <a:lnTo>
                    <a:pt x="3146978" y="3114964"/>
                  </a:lnTo>
                  <a:lnTo>
                    <a:pt x="0" y="3114964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411" name="Google Shape;411;p9"/>
            <p:cNvSpPr txBox="1"/>
            <p:nvPr/>
          </p:nvSpPr>
          <p:spPr>
            <a:xfrm>
              <a:off x="0" y="-38100"/>
              <a:ext cx="3146978" cy="3153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2" name="Google Shape;412;p9"/>
          <p:cNvSpPr txBox="1"/>
          <p:nvPr/>
        </p:nvSpPr>
        <p:spPr>
          <a:xfrm>
            <a:off x="5565490" y="705951"/>
            <a:ext cx="6972920" cy="10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/>
          </a:p>
        </p:txBody>
      </p:sp>
      <p:sp>
        <p:nvSpPr>
          <p:cNvPr id="413" name="Google Shape;413;p9"/>
          <p:cNvSpPr txBox="1"/>
          <p:nvPr/>
        </p:nvSpPr>
        <p:spPr>
          <a:xfrm>
            <a:off x="9372137" y="2635954"/>
            <a:ext cx="147081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Análisis</a:t>
            </a:r>
            <a:endParaRPr/>
          </a:p>
        </p:txBody>
      </p:sp>
      <p:sp>
        <p:nvSpPr>
          <p:cNvPr id="414" name="Google Shape;414;p9"/>
          <p:cNvSpPr txBox="1"/>
          <p:nvPr/>
        </p:nvSpPr>
        <p:spPr>
          <a:xfrm>
            <a:off x="11515710" y="5336339"/>
            <a:ext cx="1299051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Diseño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8155464" y="7456824"/>
            <a:ext cx="197707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7683273" y="2778829"/>
            <a:ext cx="115522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Cierre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5395296" y="5364914"/>
            <a:ext cx="2264569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Pruebas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 validación</a:t>
            </a:r>
            <a:endParaRPr/>
          </a:p>
        </p:txBody>
      </p:sp>
      <p:sp>
        <p:nvSpPr>
          <p:cNvPr id="418" name="Google Shape;418;p9"/>
          <p:cNvSpPr txBox="1"/>
          <p:nvPr/>
        </p:nvSpPr>
        <p:spPr>
          <a:xfrm>
            <a:off x="9296969" y="3396677"/>
            <a:ext cx="3091974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Levantamiento de </a:t>
            </a:r>
            <a:endParaRPr/>
          </a:p>
          <a:p>
            <a:pPr indent="0" lvl="0" marL="0" marR="0" rtl="0" algn="just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requerimientos, </a:t>
            </a:r>
            <a:endParaRPr/>
          </a:p>
          <a:p>
            <a:pPr indent="0" lvl="0" marL="0" marR="0" rtl="0" algn="just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comprensión del proceso </a:t>
            </a:r>
            <a:endParaRPr/>
          </a:p>
          <a:p>
            <a:pPr indent="0" lvl="0" marL="0" marR="0" rtl="0" algn="just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actual e identificación de </a:t>
            </a:r>
            <a:endParaRPr/>
          </a:p>
          <a:p>
            <a:pPr indent="0" lvl="0" marL="0" marR="0" rtl="0" algn="just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problemáticas.</a:t>
            </a:r>
            <a:endParaRPr/>
          </a:p>
        </p:txBody>
      </p:sp>
      <p:sp>
        <p:nvSpPr>
          <p:cNvPr id="419" name="Google Shape;419;p9"/>
          <p:cNvSpPr txBox="1"/>
          <p:nvPr/>
        </p:nvSpPr>
        <p:spPr>
          <a:xfrm>
            <a:off x="9609716" y="5997466"/>
            <a:ext cx="331247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Definición de arquitectura, </a:t>
            </a:r>
            <a:endParaRPr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base de datos, interfaces,  </a:t>
            </a:r>
            <a:endParaRPr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perfiles, permisos y    </a:t>
            </a:r>
            <a:endParaRPr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flujo de trabajo.     </a:t>
            </a:r>
            <a:endParaRPr/>
          </a:p>
        </p:txBody>
      </p:sp>
      <p:sp>
        <p:nvSpPr>
          <p:cNvPr id="420" name="Google Shape;420;p9"/>
          <p:cNvSpPr txBox="1"/>
          <p:nvPr/>
        </p:nvSpPr>
        <p:spPr>
          <a:xfrm>
            <a:off x="7447530" y="8363731"/>
            <a:ext cx="331533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progresivo</a:t>
            </a:r>
            <a:endParaRPr/>
          </a:p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 los módulos y</a:t>
            </a:r>
            <a:endParaRPr/>
          </a:p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funcionalidades principales</a:t>
            </a:r>
            <a:endParaRPr/>
          </a:p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del sistema web.</a:t>
            </a:r>
            <a:endParaRPr/>
          </a:p>
        </p:txBody>
      </p:sp>
      <p:sp>
        <p:nvSpPr>
          <p:cNvPr id="421" name="Google Shape;421;p9"/>
          <p:cNvSpPr txBox="1"/>
          <p:nvPr/>
        </p:nvSpPr>
        <p:spPr>
          <a:xfrm>
            <a:off x="5387340" y="6209105"/>
            <a:ext cx="2768124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Ejecución de pruebas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funcionales, detección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de incidencias y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validación del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funcionamiento</a:t>
            </a:r>
            <a:endParaRPr/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      de la solución.</a:t>
            </a:r>
            <a:endParaRPr/>
          </a:p>
        </p:txBody>
      </p:sp>
      <p:sp>
        <p:nvSpPr>
          <p:cNvPr id="422" name="Google Shape;422;p9"/>
          <p:cNvSpPr txBox="1"/>
          <p:nvPr/>
        </p:nvSpPr>
        <p:spPr>
          <a:xfrm>
            <a:off x="6097202" y="3396677"/>
            <a:ext cx="281749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Elaboración de</a:t>
            </a:r>
            <a:endParaRPr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documentación técnica</a:t>
            </a:r>
            <a:endParaRPr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y funcional, evidencias,</a:t>
            </a:r>
            <a:endParaRPr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manual de usuario,</a:t>
            </a:r>
            <a:endParaRPr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limitaciones y</a:t>
            </a:r>
            <a:endParaRPr/>
          </a:p>
          <a:p>
            <a:pPr indent="0" lvl="0" marL="0" marR="0" rtl="0" algn="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mejoras futuras.</a:t>
            </a:r>
            <a:endParaRPr/>
          </a:p>
        </p:txBody>
      </p:sp>
      <p:grpSp>
        <p:nvGrpSpPr>
          <p:cNvPr id="423" name="Google Shape;423;p9"/>
          <p:cNvGrpSpPr/>
          <p:nvPr/>
        </p:nvGrpSpPr>
        <p:grpSpPr>
          <a:xfrm rot="-2699999">
            <a:off x="-505137" y="-831605"/>
            <a:ext cx="2469962" cy="2588789"/>
            <a:chOff x="0" y="-38100"/>
            <a:chExt cx="1710587" cy="1792881"/>
          </a:xfrm>
        </p:grpSpPr>
        <p:sp>
          <p:nvSpPr>
            <p:cNvPr id="424" name="Google Shape;424;p9"/>
            <p:cNvSpPr/>
            <p:nvPr/>
          </p:nvSpPr>
          <p:spPr>
            <a:xfrm>
              <a:off x="0" y="0"/>
              <a:ext cx="1710587" cy="1754781"/>
            </a:xfrm>
            <a:custGeom>
              <a:rect b="b" l="l" r="r" t="t"/>
              <a:pathLst>
                <a:path extrusionOk="0" h="1754781" w="1710587">
                  <a:moveTo>
                    <a:pt x="0" y="0"/>
                  </a:moveTo>
                  <a:lnTo>
                    <a:pt x="1710587" y="0"/>
                  </a:lnTo>
                  <a:lnTo>
                    <a:pt x="1710587" y="1754781"/>
                  </a:lnTo>
                  <a:lnTo>
                    <a:pt x="0" y="175478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425" name="Google Shape;425;p9"/>
            <p:cNvSpPr txBox="1"/>
            <p:nvPr/>
          </p:nvSpPr>
          <p:spPr>
            <a:xfrm>
              <a:off x="0" y="-38100"/>
              <a:ext cx="1710587" cy="17928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p9"/>
          <p:cNvGrpSpPr/>
          <p:nvPr/>
        </p:nvGrpSpPr>
        <p:grpSpPr>
          <a:xfrm rot="-2699999">
            <a:off x="16600679" y="6780324"/>
            <a:ext cx="2392158" cy="2422836"/>
            <a:chOff x="0" y="-38100"/>
            <a:chExt cx="1656703" cy="1677949"/>
          </a:xfrm>
        </p:grpSpPr>
        <p:sp>
          <p:nvSpPr>
            <p:cNvPr id="427" name="Google Shape;427;p9"/>
            <p:cNvSpPr/>
            <p:nvPr/>
          </p:nvSpPr>
          <p:spPr>
            <a:xfrm>
              <a:off x="0" y="0"/>
              <a:ext cx="1656703" cy="1639849"/>
            </a:xfrm>
            <a:custGeom>
              <a:rect b="b" l="l" r="r" t="t"/>
              <a:pathLst>
                <a:path extrusionOk="0" h="1639849" w="1656703">
                  <a:moveTo>
                    <a:pt x="0" y="0"/>
                  </a:moveTo>
                  <a:lnTo>
                    <a:pt x="1656703" y="0"/>
                  </a:lnTo>
                  <a:lnTo>
                    <a:pt x="1656703" y="1639849"/>
                  </a:lnTo>
                  <a:lnTo>
                    <a:pt x="0" y="1639849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428" name="Google Shape;428;p9"/>
            <p:cNvSpPr txBox="1"/>
            <p:nvPr/>
          </p:nvSpPr>
          <p:spPr>
            <a:xfrm>
              <a:off x="0" y="-38100"/>
              <a:ext cx="1656703" cy="16779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9" name="Google Shape;429;p9"/>
          <p:cNvSpPr/>
          <p:nvPr/>
        </p:nvSpPr>
        <p:spPr>
          <a:xfrm>
            <a:off x="1885608" y="1582654"/>
            <a:ext cx="15373692" cy="8392474"/>
          </a:xfrm>
          <a:custGeom>
            <a:rect b="b" l="l" r="r" t="t"/>
            <a:pathLst>
              <a:path extrusionOk="0" h="8392474" w="15373692">
                <a:moveTo>
                  <a:pt x="0" y="0"/>
                </a:moveTo>
                <a:lnTo>
                  <a:pt x="15373692" y="0"/>
                </a:lnTo>
                <a:lnTo>
                  <a:pt x="15373692" y="8392474"/>
                </a:lnTo>
                <a:lnTo>
                  <a:pt x="0" y="83924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4" name="Google Shape;434;p10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435" name="Google Shape;435;p10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6" name="Google Shape;436;p10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10"/>
          <p:cNvGrpSpPr/>
          <p:nvPr/>
        </p:nvGrpSpPr>
        <p:grpSpPr>
          <a:xfrm rot="-2699999">
            <a:off x="16921086" y="7480619"/>
            <a:ext cx="4066725" cy="3789973"/>
            <a:chOff x="0" y="-38100"/>
            <a:chExt cx="2816434" cy="2624768"/>
          </a:xfrm>
        </p:grpSpPr>
        <p:sp>
          <p:nvSpPr>
            <p:cNvPr id="438" name="Google Shape;438;p10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439" name="Google Shape;439;p10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0" name="Google Shape;440;p10"/>
          <p:cNvGrpSpPr/>
          <p:nvPr/>
        </p:nvGrpSpPr>
        <p:grpSpPr>
          <a:xfrm rot="-2699999">
            <a:off x="-2052812" y="-690064"/>
            <a:ext cx="4066725" cy="3789973"/>
            <a:chOff x="0" y="-38100"/>
            <a:chExt cx="2816434" cy="2624768"/>
          </a:xfrm>
        </p:grpSpPr>
        <p:sp>
          <p:nvSpPr>
            <p:cNvPr id="441" name="Google Shape;441;p10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442" name="Google Shape;442;p10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p10"/>
          <p:cNvSpPr/>
          <p:nvPr/>
        </p:nvSpPr>
        <p:spPr>
          <a:xfrm>
            <a:off x="6880190" y="366811"/>
            <a:ext cx="8783925" cy="5193415"/>
          </a:xfrm>
          <a:custGeom>
            <a:rect b="b" l="l" r="r" t="t"/>
            <a:pathLst>
              <a:path extrusionOk="0" h="5193415" w="8783925">
                <a:moveTo>
                  <a:pt x="0" y="0"/>
                </a:moveTo>
                <a:lnTo>
                  <a:pt x="8783925" y="0"/>
                </a:lnTo>
                <a:lnTo>
                  <a:pt x="8783925" y="5193415"/>
                </a:lnTo>
                <a:lnTo>
                  <a:pt x="0" y="5193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4" name="Google Shape;444;p10"/>
          <p:cNvGrpSpPr/>
          <p:nvPr/>
        </p:nvGrpSpPr>
        <p:grpSpPr>
          <a:xfrm rot="-2699999">
            <a:off x="2337987" y="-1020732"/>
            <a:ext cx="1932482" cy="1829843"/>
            <a:chOff x="0" y="-38100"/>
            <a:chExt cx="1338352" cy="1267268"/>
          </a:xfrm>
        </p:grpSpPr>
        <p:sp>
          <p:nvSpPr>
            <p:cNvPr id="445" name="Google Shape;445;p10"/>
            <p:cNvSpPr/>
            <p:nvPr/>
          </p:nvSpPr>
          <p:spPr>
            <a:xfrm>
              <a:off x="0" y="0"/>
              <a:ext cx="1338352" cy="1229168"/>
            </a:xfrm>
            <a:custGeom>
              <a:rect b="b" l="l" r="r" t="t"/>
              <a:pathLst>
                <a:path extrusionOk="0" h="1229168" w="1338352">
                  <a:moveTo>
                    <a:pt x="0" y="0"/>
                  </a:moveTo>
                  <a:lnTo>
                    <a:pt x="1338352" y="0"/>
                  </a:lnTo>
                  <a:lnTo>
                    <a:pt x="1338352" y="1229168"/>
                  </a:lnTo>
                  <a:lnTo>
                    <a:pt x="0" y="1229168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446" name="Google Shape;446;p10"/>
            <p:cNvSpPr txBox="1"/>
            <p:nvPr/>
          </p:nvSpPr>
          <p:spPr>
            <a:xfrm>
              <a:off x="0" y="-38100"/>
              <a:ext cx="1338352" cy="1267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7" name="Google Shape;447;p10"/>
          <p:cNvSpPr txBox="1"/>
          <p:nvPr/>
        </p:nvSpPr>
        <p:spPr>
          <a:xfrm>
            <a:off x="793728" y="2830499"/>
            <a:ext cx="5417715" cy="1295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71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Carta Gantt /</a:t>
            </a:r>
            <a:endParaRPr/>
          </a:p>
          <a:p>
            <a:pPr indent="0" lvl="0" marL="0" marR="0" rtl="0" algn="ctr">
              <a:lnSpc>
                <a:spcPct val="93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71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/>
          </a:p>
        </p:txBody>
      </p:sp>
      <p:sp>
        <p:nvSpPr>
          <p:cNvPr id="448" name="Google Shape;448;p10"/>
          <p:cNvSpPr/>
          <p:nvPr/>
        </p:nvSpPr>
        <p:spPr>
          <a:xfrm>
            <a:off x="6880190" y="5560226"/>
            <a:ext cx="8783925" cy="4359963"/>
          </a:xfrm>
          <a:custGeom>
            <a:rect b="b" l="l" r="r" t="t"/>
            <a:pathLst>
              <a:path extrusionOk="0" h="4359963" w="8783925">
                <a:moveTo>
                  <a:pt x="0" y="0"/>
                </a:moveTo>
                <a:lnTo>
                  <a:pt x="8783925" y="0"/>
                </a:lnTo>
                <a:lnTo>
                  <a:pt x="8783925" y="4359963"/>
                </a:lnTo>
                <a:lnTo>
                  <a:pt x="0" y="4359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oogle Shape;453;p11"/>
          <p:cNvGrpSpPr/>
          <p:nvPr/>
        </p:nvGrpSpPr>
        <p:grpSpPr>
          <a:xfrm>
            <a:off x="188797" y="59331"/>
            <a:ext cx="17910406" cy="10079502"/>
            <a:chOff x="0" y="-38100"/>
            <a:chExt cx="4717144" cy="2654684"/>
          </a:xfrm>
        </p:grpSpPr>
        <p:sp>
          <p:nvSpPr>
            <p:cNvPr id="454" name="Google Shape;454;p11"/>
            <p:cNvSpPr/>
            <p:nvPr/>
          </p:nvSpPr>
          <p:spPr>
            <a:xfrm>
              <a:off x="0" y="0"/>
              <a:ext cx="4717144" cy="2616584"/>
            </a:xfrm>
            <a:custGeom>
              <a:rect b="b" l="l" r="r" t="t"/>
              <a:pathLst>
                <a:path extrusionOk="0" h="2616584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16584"/>
                  </a:lnTo>
                  <a:lnTo>
                    <a:pt x="0" y="26165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5" name="Google Shape;455;p11"/>
            <p:cNvSpPr txBox="1"/>
            <p:nvPr/>
          </p:nvSpPr>
          <p:spPr>
            <a:xfrm>
              <a:off x="0" y="-38100"/>
              <a:ext cx="4717144" cy="26546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6" name="Google Shape;456;p11"/>
          <p:cNvSpPr txBox="1"/>
          <p:nvPr/>
        </p:nvSpPr>
        <p:spPr>
          <a:xfrm>
            <a:off x="3539285" y="620395"/>
            <a:ext cx="11209430" cy="10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Herramientas</a:t>
            </a:r>
            <a:endParaRPr/>
          </a:p>
        </p:txBody>
      </p:sp>
      <p:grpSp>
        <p:nvGrpSpPr>
          <p:cNvPr id="457" name="Google Shape;457;p11"/>
          <p:cNvGrpSpPr/>
          <p:nvPr/>
        </p:nvGrpSpPr>
        <p:grpSpPr>
          <a:xfrm rot="-2699999">
            <a:off x="-1765042" y="13563"/>
            <a:ext cx="3868778" cy="3608174"/>
            <a:chOff x="0" y="-38100"/>
            <a:chExt cx="2679345" cy="2498862"/>
          </a:xfrm>
        </p:grpSpPr>
        <p:sp>
          <p:nvSpPr>
            <p:cNvPr id="458" name="Google Shape;458;p11"/>
            <p:cNvSpPr/>
            <p:nvPr/>
          </p:nvSpPr>
          <p:spPr>
            <a:xfrm>
              <a:off x="0" y="0"/>
              <a:ext cx="2679345" cy="2460762"/>
            </a:xfrm>
            <a:custGeom>
              <a:rect b="b" l="l" r="r" t="t"/>
              <a:pathLst>
                <a:path extrusionOk="0"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459" name="Google Shape;459;p11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0" name="Google Shape;460;p11"/>
          <p:cNvGrpSpPr/>
          <p:nvPr/>
        </p:nvGrpSpPr>
        <p:grpSpPr>
          <a:xfrm rot="-2699999">
            <a:off x="17039590" y="1311601"/>
            <a:ext cx="3868778" cy="3608174"/>
            <a:chOff x="0" y="-38100"/>
            <a:chExt cx="2679345" cy="2498862"/>
          </a:xfrm>
        </p:grpSpPr>
        <p:sp>
          <p:nvSpPr>
            <p:cNvPr id="461" name="Google Shape;461;p11"/>
            <p:cNvSpPr/>
            <p:nvPr/>
          </p:nvSpPr>
          <p:spPr>
            <a:xfrm>
              <a:off x="0" y="0"/>
              <a:ext cx="2679345" cy="2460762"/>
            </a:xfrm>
            <a:custGeom>
              <a:rect b="b" l="l" r="r" t="t"/>
              <a:pathLst>
                <a:path extrusionOk="0" h="2460762" w="2679345">
                  <a:moveTo>
                    <a:pt x="0" y="0"/>
                  </a:moveTo>
                  <a:lnTo>
                    <a:pt x="2679345" y="0"/>
                  </a:lnTo>
                  <a:lnTo>
                    <a:pt x="2679345" y="2460762"/>
                  </a:lnTo>
                  <a:lnTo>
                    <a:pt x="0" y="2460762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462" name="Google Shape;462;p11"/>
            <p:cNvSpPr txBox="1"/>
            <p:nvPr/>
          </p:nvSpPr>
          <p:spPr>
            <a:xfrm>
              <a:off x="0" y="-38100"/>
              <a:ext cx="2679345" cy="2498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11"/>
          <p:cNvGrpSpPr/>
          <p:nvPr/>
        </p:nvGrpSpPr>
        <p:grpSpPr>
          <a:xfrm rot="-2699999">
            <a:off x="15399666" y="-2126116"/>
            <a:ext cx="3680368" cy="3435136"/>
            <a:chOff x="0" y="-38100"/>
            <a:chExt cx="2548861" cy="2379023"/>
          </a:xfrm>
        </p:grpSpPr>
        <p:sp>
          <p:nvSpPr>
            <p:cNvPr id="464" name="Google Shape;464;p11"/>
            <p:cNvSpPr/>
            <p:nvPr/>
          </p:nvSpPr>
          <p:spPr>
            <a:xfrm>
              <a:off x="0" y="0"/>
              <a:ext cx="2548861" cy="2340923"/>
            </a:xfrm>
            <a:custGeom>
              <a:rect b="b" l="l" r="r" t="t"/>
              <a:pathLst>
                <a:path extrusionOk="0" h="2340923" w="2548861">
                  <a:moveTo>
                    <a:pt x="0" y="0"/>
                  </a:moveTo>
                  <a:lnTo>
                    <a:pt x="2548861" y="0"/>
                  </a:lnTo>
                  <a:lnTo>
                    <a:pt x="2548861" y="2340923"/>
                  </a:lnTo>
                  <a:lnTo>
                    <a:pt x="0" y="2340923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465" name="Google Shape;465;p11"/>
            <p:cNvSpPr txBox="1"/>
            <p:nvPr/>
          </p:nvSpPr>
          <p:spPr>
            <a:xfrm>
              <a:off x="0" y="-38100"/>
              <a:ext cx="2548861" cy="23790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6" name="Google Shape;466;p11"/>
          <p:cNvGrpSpPr/>
          <p:nvPr/>
        </p:nvGrpSpPr>
        <p:grpSpPr>
          <a:xfrm rot="-2699999">
            <a:off x="2448767" y="-581128"/>
            <a:ext cx="2361227" cy="2223611"/>
            <a:chOff x="0" y="-38100"/>
            <a:chExt cx="1635282" cy="1539975"/>
          </a:xfrm>
        </p:grpSpPr>
        <p:sp>
          <p:nvSpPr>
            <p:cNvPr id="467" name="Google Shape;467;p11"/>
            <p:cNvSpPr/>
            <p:nvPr/>
          </p:nvSpPr>
          <p:spPr>
            <a:xfrm>
              <a:off x="0" y="0"/>
              <a:ext cx="1635282" cy="1501875"/>
            </a:xfrm>
            <a:custGeom>
              <a:rect b="b" l="l" r="r" t="t"/>
              <a:pathLst>
                <a:path extrusionOk="0" h="1501875" w="1635282">
                  <a:moveTo>
                    <a:pt x="0" y="0"/>
                  </a:moveTo>
                  <a:lnTo>
                    <a:pt x="1635282" y="0"/>
                  </a:lnTo>
                  <a:lnTo>
                    <a:pt x="1635282" y="1501875"/>
                  </a:lnTo>
                  <a:lnTo>
                    <a:pt x="0" y="1501875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468" name="Google Shape;468;p11"/>
            <p:cNvSpPr txBox="1"/>
            <p:nvPr/>
          </p:nvSpPr>
          <p:spPr>
            <a:xfrm>
              <a:off x="0" y="-38100"/>
              <a:ext cx="1635282" cy="1539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9" name="Google Shape;469;p11"/>
          <p:cNvSpPr/>
          <p:nvPr/>
        </p:nvSpPr>
        <p:spPr>
          <a:xfrm>
            <a:off x="562534" y="2492674"/>
            <a:ext cx="17349753" cy="7310137"/>
          </a:xfrm>
          <a:custGeom>
            <a:rect b="b" l="l" r="r" t="t"/>
            <a:pathLst>
              <a:path extrusionOk="0" h="7310137" w="17349753">
                <a:moveTo>
                  <a:pt x="0" y="0"/>
                </a:moveTo>
                <a:lnTo>
                  <a:pt x="17349753" y="0"/>
                </a:lnTo>
                <a:lnTo>
                  <a:pt x="17349753" y="7310136"/>
                </a:lnTo>
                <a:lnTo>
                  <a:pt x="0" y="7310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7391" l="-4029" r="-3151" t="-35700"/>
            </a:stretch>
          </a:blipFill>
          <a:ln>
            <a:noFill/>
          </a:ln>
        </p:spPr>
      </p:sp>
      <p:sp>
        <p:nvSpPr>
          <p:cNvPr id="470" name="Google Shape;470;p11"/>
          <p:cNvSpPr txBox="1"/>
          <p:nvPr/>
        </p:nvSpPr>
        <p:spPr>
          <a:xfrm>
            <a:off x="3640934" y="4353845"/>
            <a:ext cx="137490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12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476" name="Google Shape;476;p12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77" name="Google Shape;477;p12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8" name="Google Shape;478;p12"/>
          <p:cNvGrpSpPr/>
          <p:nvPr/>
        </p:nvGrpSpPr>
        <p:grpSpPr>
          <a:xfrm rot="-2699999">
            <a:off x="16921086" y="7480619"/>
            <a:ext cx="4066725" cy="3789973"/>
            <a:chOff x="0" y="-38100"/>
            <a:chExt cx="2816434" cy="2624768"/>
          </a:xfrm>
        </p:grpSpPr>
        <p:sp>
          <p:nvSpPr>
            <p:cNvPr id="479" name="Google Shape;479;p12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480" name="Google Shape;480;p12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1" name="Google Shape;481;p12"/>
          <p:cNvGrpSpPr/>
          <p:nvPr/>
        </p:nvGrpSpPr>
        <p:grpSpPr>
          <a:xfrm rot="-2699999">
            <a:off x="-2052812" y="-690064"/>
            <a:ext cx="4066725" cy="3789973"/>
            <a:chOff x="0" y="-38100"/>
            <a:chExt cx="2816434" cy="2624768"/>
          </a:xfrm>
        </p:grpSpPr>
        <p:sp>
          <p:nvSpPr>
            <p:cNvPr id="482" name="Google Shape;482;p12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483" name="Google Shape;483;p12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4" name="Google Shape;484;p12"/>
          <p:cNvGrpSpPr/>
          <p:nvPr/>
        </p:nvGrpSpPr>
        <p:grpSpPr>
          <a:xfrm rot="-2699999">
            <a:off x="2337987" y="-1020732"/>
            <a:ext cx="1932482" cy="1829843"/>
            <a:chOff x="0" y="-38100"/>
            <a:chExt cx="1338352" cy="1267268"/>
          </a:xfrm>
        </p:grpSpPr>
        <p:sp>
          <p:nvSpPr>
            <p:cNvPr id="485" name="Google Shape;485;p12"/>
            <p:cNvSpPr/>
            <p:nvPr/>
          </p:nvSpPr>
          <p:spPr>
            <a:xfrm>
              <a:off x="0" y="0"/>
              <a:ext cx="1338352" cy="1229168"/>
            </a:xfrm>
            <a:custGeom>
              <a:rect b="b" l="l" r="r" t="t"/>
              <a:pathLst>
                <a:path extrusionOk="0" h="1229168" w="1338352">
                  <a:moveTo>
                    <a:pt x="0" y="0"/>
                  </a:moveTo>
                  <a:lnTo>
                    <a:pt x="1338352" y="0"/>
                  </a:lnTo>
                  <a:lnTo>
                    <a:pt x="1338352" y="1229168"/>
                  </a:lnTo>
                  <a:lnTo>
                    <a:pt x="0" y="1229168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486" name="Google Shape;486;p12"/>
            <p:cNvSpPr txBox="1"/>
            <p:nvPr/>
          </p:nvSpPr>
          <p:spPr>
            <a:xfrm>
              <a:off x="0" y="-38100"/>
              <a:ext cx="1338352" cy="1267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7" name="Google Shape;487;p12"/>
          <p:cNvSpPr/>
          <p:nvPr/>
        </p:nvSpPr>
        <p:spPr>
          <a:xfrm>
            <a:off x="384059" y="1389362"/>
            <a:ext cx="8168973" cy="4034070"/>
          </a:xfrm>
          <a:custGeom>
            <a:rect b="b" l="l" r="r" t="t"/>
            <a:pathLst>
              <a:path extrusionOk="0" h="4034070" w="8168973">
                <a:moveTo>
                  <a:pt x="0" y="0"/>
                </a:moveTo>
                <a:lnTo>
                  <a:pt x="8168973" y="0"/>
                </a:lnTo>
                <a:lnTo>
                  <a:pt x="8168973" y="4034070"/>
                </a:lnTo>
                <a:lnTo>
                  <a:pt x="0" y="4034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3" l="0" r="-9845" t="-943"/>
            </a:stretch>
          </a:blipFill>
          <a:ln>
            <a:noFill/>
          </a:ln>
        </p:spPr>
      </p:sp>
      <p:sp>
        <p:nvSpPr>
          <p:cNvPr id="488" name="Google Shape;488;p12"/>
          <p:cNvSpPr/>
          <p:nvPr/>
        </p:nvSpPr>
        <p:spPr>
          <a:xfrm>
            <a:off x="8328909" y="5586987"/>
            <a:ext cx="9372625" cy="4288257"/>
          </a:xfrm>
          <a:custGeom>
            <a:rect b="b" l="l" r="r" t="t"/>
            <a:pathLst>
              <a:path extrusionOk="0" h="4288257" w="9372625">
                <a:moveTo>
                  <a:pt x="0" y="0"/>
                </a:moveTo>
                <a:lnTo>
                  <a:pt x="9372625" y="0"/>
                </a:lnTo>
                <a:lnTo>
                  <a:pt x="9372625" y="4288257"/>
                </a:lnTo>
                <a:lnTo>
                  <a:pt x="0" y="4288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9" name="Google Shape;489;p12"/>
          <p:cNvSpPr txBox="1"/>
          <p:nvPr/>
        </p:nvSpPr>
        <p:spPr>
          <a:xfrm>
            <a:off x="5011503" y="620395"/>
            <a:ext cx="12690032" cy="10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p13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495" name="Google Shape;495;p13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96" name="Google Shape;496;p13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13"/>
          <p:cNvGrpSpPr/>
          <p:nvPr/>
        </p:nvGrpSpPr>
        <p:grpSpPr>
          <a:xfrm rot="-2699999">
            <a:off x="16921086" y="7480619"/>
            <a:ext cx="4066725" cy="3789973"/>
            <a:chOff x="0" y="-38100"/>
            <a:chExt cx="2816434" cy="2624768"/>
          </a:xfrm>
        </p:grpSpPr>
        <p:sp>
          <p:nvSpPr>
            <p:cNvPr id="498" name="Google Shape;498;p13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499" name="Google Shape;499;p13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" name="Google Shape;500;p13"/>
          <p:cNvGrpSpPr/>
          <p:nvPr/>
        </p:nvGrpSpPr>
        <p:grpSpPr>
          <a:xfrm rot="-2699999">
            <a:off x="-2052812" y="-690064"/>
            <a:ext cx="4066725" cy="3789973"/>
            <a:chOff x="0" y="-38100"/>
            <a:chExt cx="2816434" cy="2624768"/>
          </a:xfrm>
        </p:grpSpPr>
        <p:sp>
          <p:nvSpPr>
            <p:cNvPr id="501" name="Google Shape;501;p13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502" name="Google Shape;502;p13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" name="Google Shape;503;p13"/>
          <p:cNvGrpSpPr/>
          <p:nvPr/>
        </p:nvGrpSpPr>
        <p:grpSpPr>
          <a:xfrm rot="-2699999">
            <a:off x="2337987" y="-1020732"/>
            <a:ext cx="1932482" cy="1829843"/>
            <a:chOff x="0" y="-38100"/>
            <a:chExt cx="1338352" cy="1267268"/>
          </a:xfrm>
        </p:grpSpPr>
        <p:sp>
          <p:nvSpPr>
            <p:cNvPr id="504" name="Google Shape;504;p13"/>
            <p:cNvSpPr/>
            <p:nvPr/>
          </p:nvSpPr>
          <p:spPr>
            <a:xfrm>
              <a:off x="0" y="0"/>
              <a:ext cx="1338352" cy="1229168"/>
            </a:xfrm>
            <a:custGeom>
              <a:rect b="b" l="l" r="r" t="t"/>
              <a:pathLst>
                <a:path extrusionOk="0" h="1229168" w="1338352">
                  <a:moveTo>
                    <a:pt x="0" y="0"/>
                  </a:moveTo>
                  <a:lnTo>
                    <a:pt x="1338352" y="0"/>
                  </a:lnTo>
                  <a:lnTo>
                    <a:pt x="1338352" y="1229168"/>
                  </a:lnTo>
                  <a:lnTo>
                    <a:pt x="0" y="1229168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505" name="Google Shape;505;p13"/>
            <p:cNvSpPr txBox="1"/>
            <p:nvPr/>
          </p:nvSpPr>
          <p:spPr>
            <a:xfrm>
              <a:off x="0" y="-38100"/>
              <a:ext cx="1338352" cy="1267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13"/>
          <p:cNvSpPr/>
          <p:nvPr/>
        </p:nvSpPr>
        <p:spPr>
          <a:xfrm>
            <a:off x="188797" y="2468187"/>
            <a:ext cx="5276941" cy="7148566"/>
          </a:xfrm>
          <a:custGeom>
            <a:rect b="b" l="l" r="r" t="t"/>
            <a:pathLst>
              <a:path extrusionOk="0" h="7148566" w="5276941">
                <a:moveTo>
                  <a:pt x="0" y="0"/>
                </a:moveTo>
                <a:lnTo>
                  <a:pt x="5276941" y="0"/>
                </a:lnTo>
                <a:lnTo>
                  <a:pt x="5276941" y="7148566"/>
                </a:lnTo>
                <a:lnTo>
                  <a:pt x="0" y="71485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1" l="-10344" r="-22205" t="-4359"/>
            </a:stretch>
          </a:blipFill>
          <a:ln cap="sq" cmpd="sng" w="38100">
            <a:solidFill>
              <a:srgbClr val="6699F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07" name="Google Shape;507;p13"/>
          <p:cNvSpPr/>
          <p:nvPr/>
        </p:nvSpPr>
        <p:spPr>
          <a:xfrm>
            <a:off x="11604161" y="1830152"/>
            <a:ext cx="6402503" cy="6565476"/>
          </a:xfrm>
          <a:custGeom>
            <a:rect b="b" l="l" r="r" t="t"/>
            <a:pathLst>
              <a:path extrusionOk="0" h="6565476" w="6402503">
                <a:moveTo>
                  <a:pt x="0" y="0"/>
                </a:moveTo>
                <a:lnTo>
                  <a:pt x="6402503" y="0"/>
                </a:lnTo>
                <a:lnTo>
                  <a:pt x="6402503" y="6565477"/>
                </a:lnTo>
                <a:lnTo>
                  <a:pt x="0" y="6565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800" l="-1677" r="-3161" t="-4606"/>
            </a:stretch>
          </a:blipFill>
          <a:ln cap="sq" cmpd="sng" w="38100">
            <a:solidFill>
              <a:srgbClr val="6699F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08" name="Google Shape;508;p13"/>
          <p:cNvSpPr/>
          <p:nvPr/>
        </p:nvSpPr>
        <p:spPr>
          <a:xfrm rot="6000">
            <a:off x="5532412" y="2184761"/>
            <a:ext cx="6005075" cy="6776193"/>
          </a:xfrm>
          <a:custGeom>
            <a:rect b="b" l="l" r="r" t="t"/>
            <a:pathLst>
              <a:path extrusionOk="0" h="6776193" w="6005075">
                <a:moveTo>
                  <a:pt x="0" y="10460"/>
                </a:moveTo>
                <a:lnTo>
                  <a:pt x="5993267" y="0"/>
                </a:lnTo>
                <a:lnTo>
                  <a:pt x="6005075" y="6765732"/>
                </a:lnTo>
                <a:lnTo>
                  <a:pt x="11808" y="6776192"/>
                </a:lnTo>
                <a:lnTo>
                  <a:pt x="0" y="1046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4" l="-52" r="-1058" t="-1099"/>
            </a:stretch>
          </a:blipFill>
          <a:ln cap="sq" cmpd="sng" w="38100">
            <a:solidFill>
              <a:srgbClr val="6699FF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09" name="Google Shape;509;p13"/>
          <p:cNvSpPr txBox="1"/>
          <p:nvPr/>
        </p:nvSpPr>
        <p:spPr>
          <a:xfrm>
            <a:off x="4097392" y="620395"/>
            <a:ext cx="12690032" cy="1016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Mockups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4" name="Google Shape;514;p14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515" name="Google Shape;515;p14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6" name="Google Shape;516;p14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4"/>
          <p:cNvGrpSpPr/>
          <p:nvPr/>
        </p:nvGrpSpPr>
        <p:grpSpPr>
          <a:xfrm rot="-2699999">
            <a:off x="16921086" y="7480619"/>
            <a:ext cx="4066725" cy="3789973"/>
            <a:chOff x="0" y="-38100"/>
            <a:chExt cx="2816434" cy="2624768"/>
          </a:xfrm>
        </p:grpSpPr>
        <p:sp>
          <p:nvSpPr>
            <p:cNvPr id="518" name="Google Shape;518;p14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519" name="Google Shape;519;p14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0" name="Google Shape;520;p14"/>
          <p:cNvGrpSpPr/>
          <p:nvPr/>
        </p:nvGrpSpPr>
        <p:grpSpPr>
          <a:xfrm rot="-2699999">
            <a:off x="-2052812" y="-690064"/>
            <a:ext cx="4066725" cy="3789973"/>
            <a:chOff x="0" y="-38100"/>
            <a:chExt cx="2816434" cy="2624768"/>
          </a:xfrm>
        </p:grpSpPr>
        <p:sp>
          <p:nvSpPr>
            <p:cNvPr id="521" name="Google Shape;521;p14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522" name="Google Shape;522;p14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" name="Google Shape;523;p14"/>
          <p:cNvGrpSpPr/>
          <p:nvPr/>
        </p:nvGrpSpPr>
        <p:grpSpPr>
          <a:xfrm rot="-2699999">
            <a:off x="2337987" y="-1020732"/>
            <a:ext cx="1932482" cy="1829843"/>
            <a:chOff x="0" y="-38100"/>
            <a:chExt cx="1338352" cy="1267268"/>
          </a:xfrm>
        </p:grpSpPr>
        <p:sp>
          <p:nvSpPr>
            <p:cNvPr id="524" name="Google Shape;524;p14"/>
            <p:cNvSpPr/>
            <p:nvPr/>
          </p:nvSpPr>
          <p:spPr>
            <a:xfrm>
              <a:off x="0" y="0"/>
              <a:ext cx="1338352" cy="1229168"/>
            </a:xfrm>
            <a:custGeom>
              <a:rect b="b" l="l" r="r" t="t"/>
              <a:pathLst>
                <a:path extrusionOk="0" h="1229168" w="1338352">
                  <a:moveTo>
                    <a:pt x="0" y="0"/>
                  </a:moveTo>
                  <a:lnTo>
                    <a:pt x="1338352" y="0"/>
                  </a:lnTo>
                  <a:lnTo>
                    <a:pt x="1338352" y="1229168"/>
                  </a:lnTo>
                  <a:lnTo>
                    <a:pt x="0" y="1229168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525" name="Google Shape;525;p14"/>
            <p:cNvSpPr txBox="1"/>
            <p:nvPr/>
          </p:nvSpPr>
          <p:spPr>
            <a:xfrm>
              <a:off x="0" y="-38100"/>
              <a:ext cx="1338352" cy="1267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14"/>
          <p:cNvSpPr txBox="1"/>
          <p:nvPr/>
        </p:nvSpPr>
        <p:spPr>
          <a:xfrm>
            <a:off x="5537008" y="1143000"/>
            <a:ext cx="6866620" cy="997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4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28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¿Qué aprenderemos </a:t>
            </a:r>
            <a:endParaRPr/>
          </a:p>
          <a:p>
            <a:pPr indent="0" lvl="0" marL="0" marR="0" rtl="0" algn="ctr">
              <a:lnSpc>
                <a:spcPct val="94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28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en este desafío?</a:t>
            </a:r>
            <a:endParaRPr/>
          </a:p>
          <a:p>
            <a:pPr indent="0" lvl="0" marL="0" marR="0" rtl="0" algn="ctr">
              <a:lnSpc>
                <a:spcPct val="11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328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4"/>
          <p:cNvSpPr txBox="1"/>
          <p:nvPr/>
        </p:nvSpPr>
        <p:spPr>
          <a:xfrm>
            <a:off x="2812736" y="2852333"/>
            <a:ext cx="12315163" cy="5107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2815" lvl="1" marL="62563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897"/>
              <a:buFont typeface="Arial"/>
              <a:buChar char="•"/>
            </a:pPr>
            <a:r>
              <a:rPr b="0" i="0" lang="en-US" sz="2897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Gestionar un proyecto informático mediante actividades, hitos y plazos.</a:t>
            </a:r>
            <a:endParaRPr/>
          </a:p>
          <a:p>
            <a:pPr indent="-312815" lvl="1" marL="62563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897"/>
              <a:buFont typeface="Arial"/>
              <a:buChar char="•"/>
            </a:pPr>
            <a:r>
              <a:rPr b="0" i="0" lang="en-US" sz="2897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Aplicar una metodología ágil e incremental en un caso real.</a:t>
            </a:r>
            <a:endParaRPr/>
          </a:p>
          <a:p>
            <a:pPr indent="-312815" lvl="1" marL="62563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897"/>
              <a:buFont typeface="Arial"/>
              <a:buChar char="•"/>
            </a:pPr>
            <a:r>
              <a:rPr b="0" i="0" lang="en-US" sz="2897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Levantar, analizar y validar requerimientos con una contraparte.</a:t>
            </a:r>
            <a:endParaRPr/>
          </a:p>
          <a:p>
            <a:pPr indent="-312815" lvl="1" marL="62563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897"/>
              <a:buFont typeface="Arial"/>
              <a:buChar char="•"/>
            </a:pPr>
            <a:r>
              <a:rPr b="0" i="0" lang="en-US" sz="2897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Diseñar una aplicación web, base de datos, interfaces y flujos de negocio.</a:t>
            </a:r>
            <a:endParaRPr/>
          </a:p>
          <a:p>
            <a:pPr indent="-312815" lvl="1" marL="62563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897"/>
              <a:buFont typeface="Arial"/>
              <a:buChar char="•"/>
            </a:pPr>
            <a:r>
              <a:rPr b="0" i="0" lang="en-US" sz="2897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Usar GitHub para control de versiones y colaboración.</a:t>
            </a:r>
            <a:endParaRPr/>
          </a:p>
          <a:p>
            <a:pPr indent="-312815" lvl="1" marL="62563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897"/>
              <a:buFont typeface="Arial"/>
              <a:buChar char="•"/>
            </a:pPr>
            <a:r>
              <a:rPr b="0" i="0" lang="en-US" sz="2897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Implementar validaciones, permisos y trazabilidad.</a:t>
            </a:r>
            <a:endParaRPr/>
          </a:p>
          <a:p>
            <a:pPr indent="-312815" lvl="1" marL="62563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897"/>
              <a:buFont typeface="Arial"/>
              <a:buChar char="•"/>
            </a:pPr>
            <a:r>
              <a:rPr b="0" i="0" lang="en-US" sz="2897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Diseñar y ejecutar pruebas funcionales.</a:t>
            </a:r>
            <a:endParaRPr/>
          </a:p>
          <a:p>
            <a:pPr indent="-312815" lvl="1" marL="62563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66"/>
              </a:buClr>
              <a:buSzPts val="2897"/>
              <a:buFont typeface="Arial"/>
              <a:buChar char="•"/>
            </a:pPr>
            <a:r>
              <a:rPr b="0" i="0" lang="en-US" sz="2897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Resolver restricciones técnicas y tomar decisiones como equipo.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p15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533" name="Google Shape;533;p15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34" name="Google Shape;534;p15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15"/>
          <p:cNvGrpSpPr/>
          <p:nvPr/>
        </p:nvGrpSpPr>
        <p:grpSpPr>
          <a:xfrm rot="-2699999">
            <a:off x="16921086" y="7480619"/>
            <a:ext cx="4066725" cy="3789973"/>
            <a:chOff x="0" y="-38100"/>
            <a:chExt cx="2816434" cy="2624768"/>
          </a:xfrm>
        </p:grpSpPr>
        <p:sp>
          <p:nvSpPr>
            <p:cNvPr id="536" name="Google Shape;536;p15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537" name="Google Shape;537;p15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8" name="Google Shape;538;p15"/>
          <p:cNvGrpSpPr/>
          <p:nvPr/>
        </p:nvGrpSpPr>
        <p:grpSpPr>
          <a:xfrm rot="-2699999">
            <a:off x="-2052812" y="-690064"/>
            <a:ext cx="4066725" cy="3789973"/>
            <a:chOff x="0" y="-38100"/>
            <a:chExt cx="2816434" cy="2624768"/>
          </a:xfrm>
        </p:grpSpPr>
        <p:sp>
          <p:nvSpPr>
            <p:cNvPr id="539" name="Google Shape;539;p15"/>
            <p:cNvSpPr/>
            <p:nvPr/>
          </p:nvSpPr>
          <p:spPr>
            <a:xfrm>
              <a:off x="0" y="0"/>
              <a:ext cx="2816434" cy="2586668"/>
            </a:xfrm>
            <a:custGeom>
              <a:rect b="b" l="l" r="r" t="t"/>
              <a:pathLst>
                <a:path extrusionOk="0" h="2586668" w="2816434">
                  <a:moveTo>
                    <a:pt x="0" y="0"/>
                  </a:moveTo>
                  <a:lnTo>
                    <a:pt x="2816434" y="0"/>
                  </a:lnTo>
                  <a:lnTo>
                    <a:pt x="2816434" y="2586668"/>
                  </a:lnTo>
                  <a:lnTo>
                    <a:pt x="0" y="2586668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540" name="Google Shape;540;p15"/>
            <p:cNvSpPr txBox="1"/>
            <p:nvPr/>
          </p:nvSpPr>
          <p:spPr>
            <a:xfrm>
              <a:off x="0" y="-38100"/>
              <a:ext cx="2816434" cy="26247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p15"/>
          <p:cNvGrpSpPr/>
          <p:nvPr/>
        </p:nvGrpSpPr>
        <p:grpSpPr>
          <a:xfrm rot="-2699999">
            <a:off x="2337987" y="-1020732"/>
            <a:ext cx="1932482" cy="1829843"/>
            <a:chOff x="0" y="-38100"/>
            <a:chExt cx="1338352" cy="1267268"/>
          </a:xfrm>
        </p:grpSpPr>
        <p:sp>
          <p:nvSpPr>
            <p:cNvPr id="542" name="Google Shape;542;p15"/>
            <p:cNvSpPr/>
            <p:nvPr/>
          </p:nvSpPr>
          <p:spPr>
            <a:xfrm>
              <a:off x="0" y="0"/>
              <a:ext cx="1338352" cy="1229168"/>
            </a:xfrm>
            <a:custGeom>
              <a:rect b="b" l="l" r="r" t="t"/>
              <a:pathLst>
                <a:path extrusionOk="0" h="1229168" w="1338352">
                  <a:moveTo>
                    <a:pt x="0" y="0"/>
                  </a:moveTo>
                  <a:lnTo>
                    <a:pt x="1338352" y="0"/>
                  </a:lnTo>
                  <a:lnTo>
                    <a:pt x="1338352" y="1229168"/>
                  </a:lnTo>
                  <a:lnTo>
                    <a:pt x="0" y="1229168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543" name="Google Shape;543;p15"/>
            <p:cNvSpPr txBox="1"/>
            <p:nvPr/>
          </p:nvSpPr>
          <p:spPr>
            <a:xfrm>
              <a:off x="0" y="-38100"/>
              <a:ext cx="1338352" cy="12672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4" name="Google Shape;544;p15"/>
          <p:cNvGrpSpPr/>
          <p:nvPr/>
        </p:nvGrpSpPr>
        <p:grpSpPr>
          <a:xfrm>
            <a:off x="2499779" y="2241290"/>
            <a:ext cx="6081663" cy="3219532"/>
            <a:chOff x="0" y="-38100"/>
            <a:chExt cx="861582" cy="456107"/>
          </a:xfrm>
        </p:grpSpPr>
        <p:sp>
          <p:nvSpPr>
            <p:cNvPr id="545" name="Google Shape;545;p15"/>
            <p:cNvSpPr/>
            <p:nvPr/>
          </p:nvSpPr>
          <p:spPr>
            <a:xfrm>
              <a:off x="0" y="0"/>
              <a:ext cx="861582" cy="418007"/>
            </a:xfrm>
            <a:custGeom>
              <a:rect b="b" l="l" r="r" t="t"/>
              <a:pathLst>
                <a:path extrusionOk="0" h="418007" w="861582">
                  <a:moveTo>
                    <a:pt x="658382" y="0"/>
                  </a:moveTo>
                  <a:cubicBezTo>
                    <a:pt x="770607" y="0"/>
                    <a:pt x="861582" y="93574"/>
                    <a:pt x="861582" y="209003"/>
                  </a:cubicBezTo>
                  <a:cubicBezTo>
                    <a:pt x="861582" y="324433"/>
                    <a:pt x="770607" y="418007"/>
                    <a:pt x="658382" y="418007"/>
                  </a:cubicBezTo>
                  <a:lnTo>
                    <a:pt x="203200" y="418007"/>
                  </a:lnTo>
                  <a:cubicBezTo>
                    <a:pt x="90976" y="418007"/>
                    <a:pt x="0" y="324433"/>
                    <a:pt x="0" y="209003"/>
                  </a:cubicBezTo>
                  <a:cubicBezTo>
                    <a:pt x="0" y="9357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6699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5"/>
            <p:cNvSpPr txBox="1"/>
            <p:nvPr/>
          </p:nvSpPr>
          <p:spPr>
            <a:xfrm>
              <a:off x="0" y="-38100"/>
              <a:ext cx="861582" cy="4561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0" lIns="635000" spcFirstLastPara="1" rIns="635000" wrap="square" tIns="6350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Se opera hoy con un proceso manual que depende de la transcripción de datos desde correo y WhatsApp hacia Excel, generando atrasos en la emisión y errores en datos tributarios críticos.</a:t>
              </a:r>
              <a:endParaRPr/>
            </a:p>
          </p:txBody>
        </p:sp>
      </p:grpSp>
      <p:sp>
        <p:nvSpPr>
          <p:cNvPr id="547" name="Google Shape;547;p15"/>
          <p:cNvSpPr txBox="1"/>
          <p:nvPr/>
        </p:nvSpPr>
        <p:spPr>
          <a:xfrm>
            <a:off x="10392680" y="341350"/>
            <a:ext cx="6866620" cy="6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29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/>
          </a:p>
          <a:p>
            <a:pPr indent="0" lvl="0" marL="0" marR="0" rtl="0" algn="ctr">
              <a:lnSpc>
                <a:spcPct val="8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6129" u="none" cap="none" strike="noStrik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8" name="Google Shape;548;p15"/>
          <p:cNvGrpSpPr/>
          <p:nvPr/>
        </p:nvGrpSpPr>
        <p:grpSpPr>
          <a:xfrm>
            <a:off x="9938577" y="3161686"/>
            <a:ext cx="6277010" cy="4303378"/>
            <a:chOff x="0" y="-38100"/>
            <a:chExt cx="1003312" cy="687848"/>
          </a:xfrm>
        </p:grpSpPr>
        <p:sp>
          <p:nvSpPr>
            <p:cNvPr id="549" name="Google Shape;549;p15"/>
            <p:cNvSpPr/>
            <p:nvPr/>
          </p:nvSpPr>
          <p:spPr>
            <a:xfrm>
              <a:off x="0" y="0"/>
              <a:ext cx="1003312" cy="649748"/>
            </a:xfrm>
            <a:custGeom>
              <a:rect b="b" l="l" r="r" t="t"/>
              <a:pathLst>
                <a:path extrusionOk="0" h="649748" w="1003312">
                  <a:moveTo>
                    <a:pt x="800112" y="0"/>
                  </a:moveTo>
                  <a:cubicBezTo>
                    <a:pt x="912336" y="0"/>
                    <a:pt x="1003312" y="145451"/>
                    <a:pt x="1003312" y="324874"/>
                  </a:cubicBezTo>
                  <a:cubicBezTo>
                    <a:pt x="1003312" y="504297"/>
                    <a:pt x="912336" y="649748"/>
                    <a:pt x="800112" y="649748"/>
                  </a:cubicBezTo>
                  <a:lnTo>
                    <a:pt x="203200" y="649748"/>
                  </a:lnTo>
                  <a:cubicBezTo>
                    <a:pt x="90976" y="649748"/>
                    <a:pt x="0" y="504297"/>
                    <a:pt x="0" y="324874"/>
                  </a:cubicBezTo>
                  <a:cubicBezTo>
                    <a:pt x="0" y="145451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6699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5"/>
            <p:cNvSpPr txBox="1"/>
            <p:nvPr/>
          </p:nvSpPr>
          <p:spPr>
            <a:xfrm>
              <a:off x="0" y="-38100"/>
              <a:ext cx="1003312" cy="6878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0" lIns="635000" spcFirstLastPara="1" rIns="635000" wrap="square" tIns="6350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Reducirá los tiempos de respuesta ante solicitudes, minimizará errores de digitación en RUT, razón social y montos, y entregará trazabilidad completa de cada factura. Además, ordenará el trabajo del encargado y apoyará los procesos de cobro y contabilidad que hoy se ven perjudicados por los retrasos.</a:t>
              </a:r>
              <a:endParaRPr/>
            </a:p>
          </p:txBody>
        </p:sp>
      </p:grpSp>
      <p:grpSp>
        <p:nvGrpSpPr>
          <p:cNvPr id="551" name="Google Shape;551;p15"/>
          <p:cNvGrpSpPr/>
          <p:nvPr/>
        </p:nvGrpSpPr>
        <p:grpSpPr>
          <a:xfrm>
            <a:off x="2658365" y="6474618"/>
            <a:ext cx="5923077" cy="3540965"/>
            <a:chOff x="0" y="-38100"/>
            <a:chExt cx="1030914" cy="616306"/>
          </a:xfrm>
        </p:grpSpPr>
        <p:sp>
          <p:nvSpPr>
            <p:cNvPr id="552" name="Google Shape;552;p15"/>
            <p:cNvSpPr/>
            <p:nvPr/>
          </p:nvSpPr>
          <p:spPr>
            <a:xfrm>
              <a:off x="0" y="0"/>
              <a:ext cx="1030914" cy="578206"/>
            </a:xfrm>
            <a:custGeom>
              <a:rect b="b" l="l" r="r" t="t"/>
              <a:pathLst>
                <a:path extrusionOk="0" h="578206" w="1030914">
                  <a:moveTo>
                    <a:pt x="827714" y="0"/>
                  </a:moveTo>
                  <a:cubicBezTo>
                    <a:pt x="939938" y="0"/>
                    <a:pt x="1030914" y="129436"/>
                    <a:pt x="1030914" y="289103"/>
                  </a:cubicBezTo>
                  <a:cubicBezTo>
                    <a:pt x="1030914" y="448771"/>
                    <a:pt x="939938" y="578206"/>
                    <a:pt x="827714" y="578206"/>
                  </a:cubicBezTo>
                  <a:lnTo>
                    <a:pt x="203200" y="578206"/>
                  </a:lnTo>
                  <a:cubicBezTo>
                    <a:pt x="90976" y="578206"/>
                    <a:pt x="0" y="448771"/>
                    <a:pt x="0" y="289103"/>
                  </a:cubicBezTo>
                  <a:cubicBezTo>
                    <a:pt x="0" y="12943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336699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5"/>
            <p:cNvSpPr txBox="1"/>
            <p:nvPr/>
          </p:nvSpPr>
          <p:spPr>
            <a:xfrm>
              <a:off x="0" y="-38100"/>
              <a:ext cx="1030914" cy="616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0" lIns="635000" spcFirstLastPara="1" rIns="635000" wrap="square" tIns="635000">
              <a:no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Desarrollar una solución web funcional que integre gestión, validación y seguimiento de solicitudes, aplicando metodologías ágiles, control de versiones y buenas prácticas de desarrollo. </a:t>
              </a:r>
              <a:endParaRPr/>
            </a:p>
          </p:txBody>
        </p:sp>
      </p:grpSp>
      <p:sp>
        <p:nvSpPr>
          <p:cNvPr id="554" name="Google Shape;554;p15"/>
          <p:cNvSpPr txBox="1"/>
          <p:nvPr/>
        </p:nvSpPr>
        <p:spPr>
          <a:xfrm>
            <a:off x="3252908" y="1834224"/>
            <a:ext cx="4575406" cy="488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5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¿Por qué es importante?</a:t>
            </a:r>
            <a:endParaRPr/>
          </a:p>
        </p:txBody>
      </p:sp>
      <p:sp>
        <p:nvSpPr>
          <p:cNvPr id="555" name="Google Shape;555;p15"/>
          <p:cNvSpPr txBox="1"/>
          <p:nvPr/>
        </p:nvSpPr>
        <p:spPr>
          <a:xfrm>
            <a:off x="3252908" y="5594165"/>
            <a:ext cx="5210406" cy="941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85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¿Qué esperamos lograr como equipo?</a:t>
            </a:r>
            <a:endParaRPr/>
          </a:p>
        </p:txBody>
      </p:sp>
      <p:sp>
        <p:nvSpPr>
          <p:cNvPr id="556" name="Google Shape;556;p15"/>
          <p:cNvSpPr txBox="1"/>
          <p:nvPr/>
        </p:nvSpPr>
        <p:spPr>
          <a:xfrm>
            <a:off x="10789379" y="2752857"/>
            <a:ext cx="4575406" cy="488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85" u="none" cap="none" strike="noStrike">
                <a:solidFill>
                  <a:srgbClr val="000066"/>
                </a:solidFill>
                <a:latin typeface="Open Sans"/>
                <a:ea typeface="Open Sans"/>
                <a:cs typeface="Open Sans"/>
                <a:sym typeface="Open Sans"/>
              </a:rPr>
              <a:t>¿Qué impacto tendrá?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699FF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16"/>
          <p:cNvGrpSpPr/>
          <p:nvPr/>
        </p:nvGrpSpPr>
        <p:grpSpPr>
          <a:xfrm>
            <a:off x="188797" y="59331"/>
            <a:ext cx="17910406" cy="10023677"/>
            <a:chOff x="0" y="-38100"/>
            <a:chExt cx="4717144" cy="2639981"/>
          </a:xfrm>
        </p:grpSpPr>
        <p:sp>
          <p:nvSpPr>
            <p:cNvPr id="562" name="Google Shape;562;p16"/>
            <p:cNvSpPr/>
            <p:nvPr/>
          </p:nvSpPr>
          <p:spPr>
            <a:xfrm>
              <a:off x="0" y="0"/>
              <a:ext cx="4717144" cy="2601881"/>
            </a:xfrm>
            <a:custGeom>
              <a:rect b="b" l="l" r="r" t="t"/>
              <a:pathLst>
                <a:path extrusionOk="0" h="2601881" w="4717144">
                  <a:moveTo>
                    <a:pt x="0" y="0"/>
                  </a:moveTo>
                  <a:lnTo>
                    <a:pt x="4717144" y="0"/>
                  </a:lnTo>
                  <a:lnTo>
                    <a:pt x="4717144" y="2601881"/>
                  </a:lnTo>
                  <a:lnTo>
                    <a:pt x="0" y="26018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3" name="Google Shape;563;p16"/>
            <p:cNvSpPr txBox="1"/>
            <p:nvPr/>
          </p:nvSpPr>
          <p:spPr>
            <a:xfrm>
              <a:off x="0" y="-38100"/>
              <a:ext cx="4717144" cy="2639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4" name="Google Shape;564;p16"/>
          <p:cNvSpPr txBox="1"/>
          <p:nvPr/>
        </p:nvSpPr>
        <p:spPr>
          <a:xfrm>
            <a:off x="1028700" y="2720468"/>
            <a:ext cx="9903472" cy="1349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17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Muchas gracias</a:t>
            </a:r>
            <a:endParaRPr/>
          </a:p>
        </p:txBody>
      </p:sp>
      <p:sp>
        <p:nvSpPr>
          <p:cNvPr id="565" name="Google Shape;565;p16"/>
          <p:cNvSpPr txBox="1"/>
          <p:nvPr/>
        </p:nvSpPr>
        <p:spPr>
          <a:xfrm>
            <a:off x="1028700" y="3793681"/>
            <a:ext cx="9903472" cy="1349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1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17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por su atención</a:t>
            </a:r>
            <a:endParaRPr/>
          </a:p>
        </p:txBody>
      </p:sp>
      <p:grpSp>
        <p:nvGrpSpPr>
          <p:cNvPr id="566" name="Google Shape;566;p16"/>
          <p:cNvGrpSpPr/>
          <p:nvPr/>
        </p:nvGrpSpPr>
        <p:grpSpPr>
          <a:xfrm>
            <a:off x="1028700" y="935210"/>
            <a:ext cx="2659265" cy="974930"/>
            <a:chOff x="0" y="-28575"/>
            <a:chExt cx="812800" cy="297986"/>
          </a:xfrm>
        </p:grpSpPr>
        <p:sp>
          <p:nvSpPr>
            <p:cNvPr id="567" name="Google Shape;567;p16"/>
            <p:cNvSpPr/>
            <p:nvPr/>
          </p:nvSpPr>
          <p:spPr>
            <a:xfrm>
              <a:off x="0" y="0"/>
              <a:ext cx="812800" cy="269411"/>
            </a:xfrm>
            <a:custGeom>
              <a:rect b="b" l="l" r="r" t="t"/>
              <a:pathLst>
                <a:path extrusionOk="0" h="26941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69411"/>
                  </a:lnTo>
                  <a:lnTo>
                    <a:pt x="0" y="269411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568" name="Google Shape;568;p16"/>
            <p:cNvSpPr txBox="1"/>
            <p:nvPr/>
          </p:nvSpPr>
          <p:spPr>
            <a:xfrm>
              <a:off x="0" y="-28575"/>
              <a:ext cx="812800" cy="2979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Capstone 005D</a:t>
              </a:r>
              <a:endParaRPr/>
            </a:p>
          </p:txBody>
        </p:sp>
      </p:grpSp>
      <p:grpSp>
        <p:nvGrpSpPr>
          <p:cNvPr id="569" name="Google Shape;569;p16"/>
          <p:cNvGrpSpPr/>
          <p:nvPr/>
        </p:nvGrpSpPr>
        <p:grpSpPr>
          <a:xfrm rot="-2699999">
            <a:off x="15237544" y="-2666264"/>
            <a:ext cx="6841814" cy="6360372"/>
            <a:chOff x="0" y="-38100"/>
            <a:chExt cx="3397795" cy="3158700"/>
          </a:xfrm>
        </p:grpSpPr>
        <p:sp>
          <p:nvSpPr>
            <p:cNvPr id="570" name="Google Shape;570;p16"/>
            <p:cNvSpPr/>
            <p:nvPr/>
          </p:nvSpPr>
          <p:spPr>
            <a:xfrm>
              <a:off x="0" y="0"/>
              <a:ext cx="3397795" cy="3120600"/>
            </a:xfrm>
            <a:custGeom>
              <a:rect b="b" l="l" r="r" t="t"/>
              <a:pathLst>
                <a:path extrusionOk="0" h="3120600" w="3397795">
                  <a:moveTo>
                    <a:pt x="0" y="0"/>
                  </a:moveTo>
                  <a:lnTo>
                    <a:pt x="3397795" y="0"/>
                  </a:lnTo>
                  <a:lnTo>
                    <a:pt x="3397795" y="3120600"/>
                  </a:lnTo>
                  <a:lnTo>
                    <a:pt x="0" y="3120600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571" name="Google Shape;571;p16"/>
            <p:cNvSpPr txBox="1"/>
            <p:nvPr/>
          </p:nvSpPr>
          <p:spPr>
            <a:xfrm>
              <a:off x="0" y="-38100"/>
              <a:ext cx="3397795" cy="31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2" name="Google Shape;572;p16"/>
          <p:cNvGrpSpPr/>
          <p:nvPr/>
        </p:nvGrpSpPr>
        <p:grpSpPr>
          <a:xfrm rot="-2699999">
            <a:off x="15332220" y="5090343"/>
            <a:ext cx="3801966" cy="3766351"/>
            <a:chOff x="0" y="-38100"/>
            <a:chExt cx="1888140" cy="1870452"/>
          </a:xfrm>
        </p:grpSpPr>
        <p:sp>
          <p:nvSpPr>
            <p:cNvPr id="573" name="Google Shape;573;p16"/>
            <p:cNvSpPr/>
            <p:nvPr/>
          </p:nvSpPr>
          <p:spPr>
            <a:xfrm>
              <a:off x="0" y="0"/>
              <a:ext cx="1888140" cy="1832352"/>
            </a:xfrm>
            <a:custGeom>
              <a:rect b="b" l="l" r="r" t="t"/>
              <a:pathLst>
                <a:path extrusionOk="0" h="1832352" w="1888140">
                  <a:moveTo>
                    <a:pt x="0" y="0"/>
                  </a:moveTo>
                  <a:lnTo>
                    <a:pt x="1888140" y="0"/>
                  </a:lnTo>
                  <a:lnTo>
                    <a:pt x="1888140" y="1832352"/>
                  </a:lnTo>
                  <a:lnTo>
                    <a:pt x="0" y="1832352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574" name="Google Shape;574;p16"/>
            <p:cNvSpPr txBox="1"/>
            <p:nvPr/>
          </p:nvSpPr>
          <p:spPr>
            <a:xfrm>
              <a:off x="0" y="-38100"/>
              <a:ext cx="1888140" cy="18704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5" name="Google Shape;575;p16"/>
          <p:cNvGrpSpPr/>
          <p:nvPr/>
        </p:nvGrpSpPr>
        <p:grpSpPr>
          <a:xfrm rot="-2699999">
            <a:off x="11162296" y="22849"/>
            <a:ext cx="2579499" cy="2580003"/>
            <a:chOff x="0" y="-38100"/>
            <a:chExt cx="1281036" cy="1281286"/>
          </a:xfrm>
        </p:grpSpPr>
        <p:sp>
          <p:nvSpPr>
            <p:cNvPr id="576" name="Google Shape;576;p16"/>
            <p:cNvSpPr/>
            <p:nvPr/>
          </p:nvSpPr>
          <p:spPr>
            <a:xfrm>
              <a:off x="0" y="0"/>
              <a:ext cx="1281036" cy="1243186"/>
            </a:xfrm>
            <a:custGeom>
              <a:rect b="b" l="l" r="r" t="t"/>
              <a:pathLst>
                <a:path extrusionOk="0" h="1243186" w="1281036">
                  <a:moveTo>
                    <a:pt x="0" y="0"/>
                  </a:moveTo>
                  <a:lnTo>
                    <a:pt x="1281036" y="0"/>
                  </a:lnTo>
                  <a:lnTo>
                    <a:pt x="1281036" y="1243186"/>
                  </a:lnTo>
                  <a:lnTo>
                    <a:pt x="0" y="1243186"/>
                  </a:lnTo>
                  <a:close/>
                </a:path>
              </a:pathLst>
            </a:custGeom>
            <a:solidFill>
              <a:srgbClr val="000066"/>
            </a:solidFill>
            <a:ln>
              <a:noFill/>
            </a:ln>
          </p:spPr>
        </p:sp>
        <p:sp>
          <p:nvSpPr>
            <p:cNvPr id="577" name="Google Shape;577;p16"/>
            <p:cNvSpPr txBox="1"/>
            <p:nvPr/>
          </p:nvSpPr>
          <p:spPr>
            <a:xfrm>
              <a:off x="0" y="-38100"/>
              <a:ext cx="1281036" cy="1281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p16"/>
          <p:cNvGrpSpPr/>
          <p:nvPr/>
        </p:nvGrpSpPr>
        <p:grpSpPr>
          <a:xfrm rot="-2699999">
            <a:off x="11294078" y="6549201"/>
            <a:ext cx="3491768" cy="3465317"/>
            <a:chOff x="0" y="-38100"/>
            <a:chExt cx="1734088" cy="1720953"/>
          </a:xfrm>
        </p:grpSpPr>
        <p:sp>
          <p:nvSpPr>
            <p:cNvPr id="579" name="Google Shape;579;p16"/>
            <p:cNvSpPr/>
            <p:nvPr/>
          </p:nvSpPr>
          <p:spPr>
            <a:xfrm>
              <a:off x="0" y="0"/>
              <a:ext cx="1734088" cy="1682853"/>
            </a:xfrm>
            <a:custGeom>
              <a:rect b="b" l="l" r="r" t="t"/>
              <a:pathLst>
                <a:path extrusionOk="0"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336699"/>
            </a:solidFill>
            <a:ln>
              <a:noFill/>
            </a:ln>
          </p:spPr>
        </p:sp>
        <p:sp>
          <p:nvSpPr>
            <p:cNvPr id="580" name="Google Shape;580;p16"/>
            <p:cNvSpPr txBox="1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16"/>
          <p:cNvGrpSpPr/>
          <p:nvPr/>
        </p:nvGrpSpPr>
        <p:grpSpPr>
          <a:xfrm rot="-2699999">
            <a:off x="13874751" y="9155046"/>
            <a:ext cx="3491768" cy="3465317"/>
            <a:chOff x="0" y="-38100"/>
            <a:chExt cx="1734088" cy="1720953"/>
          </a:xfrm>
        </p:grpSpPr>
        <p:sp>
          <p:nvSpPr>
            <p:cNvPr id="582" name="Google Shape;582;p16"/>
            <p:cNvSpPr/>
            <p:nvPr/>
          </p:nvSpPr>
          <p:spPr>
            <a:xfrm>
              <a:off x="0" y="0"/>
              <a:ext cx="1734088" cy="1682853"/>
            </a:xfrm>
            <a:custGeom>
              <a:rect b="b" l="l" r="r" t="t"/>
              <a:pathLst>
                <a:path extrusionOk="0" h="1682853" w="1734088">
                  <a:moveTo>
                    <a:pt x="0" y="0"/>
                  </a:moveTo>
                  <a:lnTo>
                    <a:pt x="1734088" y="0"/>
                  </a:lnTo>
                  <a:lnTo>
                    <a:pt x="1734088" y="1682853"/>
                  </a:lnTo>
                  <a:lnTo>
                    <a:pt x="0" y="1682853"/>
                  </a:ln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</p:sp>
        <p:sp>
          <p:nvSpPr>
            <p:cNvPr id="583" name="Google Shape;583;p16"/>
            <p:cNvSpPr txBox="1"/>
            <p:nvPr/>
          </p:nvSpPr>
          <p:spPr>
            <a:xfrm>
              <a:off x="0" y="-38100"/>
              <a:ext cx="1734088" cy="17209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6650" lIns="46650" spcFirstLastPara="1" rIns="46650" wrap="square" tIns="466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4" name="Google Shape;584;p16"/>
          <p:cNvSpPr/>
          <p:nvPr/>
        </p:nvSpPr>
        <p:spPr>
          <a:xfrm>
            <a:off x="11757279" y="1505970"/>
            <a:ext cx="5365403" cy="5365403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lnTo>
                  <a:pt x="812800" y="406400"/>
                </a:lnTo>
                <a:lnTo>
                  <a:pt x="406400" y="812800"/>
                </a:lnTo>
                <a:lnTo>
                  <a:pt x="0" y="406400"/>
                </a:lnTo>
                <a:lnTo>
                  <a:pt x="4064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5046" r="-25046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