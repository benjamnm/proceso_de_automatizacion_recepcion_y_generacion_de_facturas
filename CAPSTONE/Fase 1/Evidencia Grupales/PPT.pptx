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verage"/>
      <p:regular r:id="rId8"/>
    </p:embeddedFont>
    <p:embeddedFont>
      <p:font typeface="Oswald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swald-bold.fntdata"/><Relationship Id="rId9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verag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ef005bd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9ef005bd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8812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de Automatización, </a:t>
            </a:r>
            <a:br>
              <a:rPr lang="es"/>
            </a:br>
            <a:r>
              <a:rPr lang="es"/>
              <a:t>Recepción y Generación de Facturas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589800" y="3150850"/>
            <a:ext cx="1964400" cy="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Capstone 005D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85600" y="3451812"/>
            <a:ext cx="22833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Integrantes: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b="1"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Carla Correa,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b="1"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Benjamin Arevalo,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b="1"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Vicente Valenzuela,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b="1"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Vicente Oyarzún.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738800" y="4229089"/>
            <a:ext cx="22194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Docente</a:t>
            </a: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: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b="1" lang="e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Cindy Contador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255200" y="1478850"/>
            <a:ext cx="6633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0"/>
              <a:t>https://canva.link/yil59o6gnkyqmtk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